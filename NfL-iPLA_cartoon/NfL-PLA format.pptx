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6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01D1E9-0242-4AD1-BF77-D4E2EF0B6B75}" v="2" dt="2026-05-18T03:32:43.9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9" autoAdjust="0"/>
    <p:restoredTop sz="79556" autoAdjust="0"/>
  </p:normalViewPr>
  <p:slideViewPr>
    <p:cSldViewPr snapToGrid="0">
      <p:cViewPr>
        <p:scale>
          <a:sx n="200" d="100"/>
          <a:sy n="200" d="100"/>
        </p:scale>
        <p:origin x="-1580" y="-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ff Smith" userId="652ced54-4117-4b63-982d-3f49fc8fccf3" providerId="ADAL" clId="{C1C6D7BE-EF1A-4662-8B20-A016F0CFCD8D}"/>
    <pc:docChg chg="custSel addSld modSld sldOrd">
      <pc:chgData name="Jeff Smith" userId="652ced54-4117-4b63-982d-3f49fc8fccf3" providerId="ADAL" clId="{C1C6D7BE-EF1A-4662-8B20-A016F0CFCD8D}" dt="2026-05-18T03:32:43.943" v="117" actId="164"/>
      <pc:docMkLst>
        <pc:docMk/>
      </pc:docMkLst>
      <pc:sldChg chg="addSp delSp modSp new mod ord">
        <pc:chgData name="Jeff Smith" userId="652ced54-4117-4b63-982d-3f49fc8fccf3" providerId="ADAL" clId="{C1C6D7BE-EF1A-4662-8B20-A016F0CFCD8D}" dt="2026-05-18T03:32:43.943" v="117" actId="164"/>
        <pc:sldMkLst>
          <pc:docMk/>
          <pc:sldMk cId="4257252582" sldId="259"/>
        </pc:sldMkLst>
        <pc:spChg chg="del">
          <ac:chgData name="Jeff Smith" userId="652ced54-4117-4b63-982d-3f49fc8fccf3" providerId="ADAL" clId="{C1C6D7BE-EF1A-4662-8B20-A016F0CFCD8D}" dt="2026-05-18T03:21:31.080" v="3" actId="478"/>
          <ac:spMkLst>
            <pc:docMk/>
            <pc:sldMk cId="4257252582" sldId="259"/>
            <ac:spMk id="2" creationId="{674A837C-43A7-2A18-0334-EEBE4892DC34}"/>
          </ac:spMkLst>
        </pc:spChg>
        <pc:spChg chg="del">
          <ac:chgData name="Jeff Smith" userId="652ced54-4117-4b63-982d-3f49fc8fccf3" providerId="ADAL" clId="{C1C6D7BE-EF1A-4662-8B20-A016F0CFCD8D}" dt="2026-05-18T03:21:31.080" v="3" actId="478"/>
          <ac:spMkLst>
            <pc:docMk/>
            <pc:sldMk cId="4257252582" sldId="259"/>
            <ac:spMk id="3" creationId="{D56D0491-14A7-B5C4-B039-E6C1768BFE6F}"/>
          </ac:spMkLst>
        </pc:spChg>
        <pc:spChg chg="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11" creationId="{6270326A-6FFE-B6D4-6FA2-09724450EC7C}"/>
          </ac:spMkLst>
        </pc:spChg>
        <pc:spChg chg="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12" creationId="{96342391-1802-6F01-5A5F-E333228512E6}"/>
          </ac:spMkLst>
        </pc:spChg>
        <pc:spChg chg="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16" creationId="{A95E551E-2B6C-E512-A72A-8B7725001B99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28" creationId="{7C266FEF-BDA3-CFA8-F030-A846CE98C887}"/>
          </ac:spMkLst>
        </pc:spChg>
        <pc:spChg chg="add 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29" creationId="{E9B7799C-C114-1618-0F1A-303BF57CE50E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34" creationId="{A94D0E84-FD4A-A7D7-EC3F-C86184C604FD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35" creationId="{5E65E602-54E7-E5F4-6CA1-6DF23B36E5AD}"/>
          </ac:spMkLst>
        </pc:spChg>
        <pc:spChg chg="mod">
          <ac:chgData name="Jeff Smith" userId="652ced54-4117-4b63-982d-3f49fc8fccf3" providerId="ADAL" clId="{C1C6D7BE-EF1A-4662-8B20-A016F0CFCD8D}" dt="2026-05-18T03:22:51.309" v="17" actId="1035"/>
          <ac:spMkLst>
            <pc:docMk/>
            <pc:sldMk cId="4257252582" sldId="259"/>
            <ac:spMk id="37" creationId="{84BD8000-1C23-A1F8-B04D-F3160A1104F1}"/>
          </ac:spMkLst>
        </pc:spChg>
        <pc:spChg chg="mod">
          <ac:chgData name="Jeff Smith" userId="652ced54-4117-4b63-982d-3f49fc8fccf3" providerId="ADAL" clId="{C1C6D7BE-EF1A-4662-8B20-A016F0CFCD8D}" dt="2026-05-18T03:22:45.836" v="8" actId="404"/>
          <ac:spMkLst>
            <pc:docMk/>
            <pc:sldMk cId="4257252582" sldId="259"/>
            <ac:spMk id="38" creationId="{E2A39F8E-ADD4-470E-A5B9-D5292C81D8C0}"/>
          </ac:spMkLst>
        </pc:spChg>
        <pc:spChg chg="add 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39" creationId="{2B8804F4-0AC8-36B7-CA2C-4E8281ECFF6E}"/>
          </ac:spMkLst>
        </pc:spChg>
        <pc:spChg chg="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53" creationId="{B1D19C8C-CE32-E14E-0EEE-44FC82FAACD8}"/>
          </ac:spMkLst>
        </pc:spChg>
        <pc:spChg chg="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54" creationId="{81C8E4B8-ED88-A512-1A0A-82895470EE49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62" creationId="{66ECC2C2-0C82-F22D-EC31-A51EBB882EA9}"/>
          </ac:spMkLst>
        </pc:spChg>
        <pc:spChg chg="mod">
          <ac:chgData name="Jeff Smith" userId="652ced54-4117-4b63-982d-3f49fc8fccf3" providerId="ADAL" clId="{C1C6D7BE-EF1A-4662-8B20-A016F0CFCD8D}" dt="2026-05-18T03:23:26.587" v="90" actId="1038"/>
          <ac:spMkLst>
            <pc:docMk/>
            <pc:sldMk cId="4257252582" sldId="259"/>
            <ac:spMk id="63" creationId="{FA181274-7470-5F8D-F435-85CDCE7FF60E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64" creationId="{CB94A744-3228-0C1E-6424-8F4B7F36692B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65" creationId="{F75066F4-927A-0CDF-258B-C6BF0631FDED}"/>
          </ac:spMkLst>
        </pc:spChg>
        <pc:spChg chg="add 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66" creationId="{CEAB8A5D-537A-F4F2-38EE-A1C266C08EFC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68" creationId="{AFEF3FD8-1A6C-39B2-AA3F-7F42B9C9A7B8}"/>
          </ac:spMkLst>
        </pc:spChg>
        <pc:spChg chg="add mod">
          <ac:chgData name="Jeff Smith" userId="652ced54-4117-4b63-982d-3f49fc8fccf3" providerId="ADAL" clId="{C1C6D7BE-EF1A-4662-8B20-A016F0CFCD8D}" dt="2026-05-18T03:21:39.740" v="4"/>
          <ac:spMkLst>
            <pc:docMk/>
            <pc:sldMk cId="4257252582" sldId="259"/>
            <ac:spMk id="69" creationId="{5EBAF310-E36C-625F-3A8B-4AFA509DA1FA}"/>
          </ac:spMkLst>
        </pc:spChg>
        <pc:spChg chg="mod">
          <ac:chgData name="Jeff Smith" userId="652ced54-4117-4b63-982d-3f49fc8fccf3" providerId="ADAL" clId="{C1C6D7BE-EF1A-4662-8B20-A016F0CFCD8D}" dt="2026-05-18T03:23:42.911" v="109" actId="1038"/>
          <ac:spMkLst>
            <pc:docMk/>
            <pc:sldMk cId="4257252582" sldId="259"/>
            <ac:spMk id="70" creationId="{1A22E5E6-6726-A0A5-D338-22DFACFEA3B9}"/>
          </ac:spMkLst>
        </pc:spChg>
        <pc:spChg chg="add mod">
          <ac:chgData name="Jeff Smith" userId="652ced54-4117-4b63-982d-3f49fc8fccf3" providerId="ADAL" clId="{C1C6D7BE-EF1A-4662-8B20-A016F0CFCD8D}" dt="2026-05-18T03:23:11.631" v="58" actId="1038"/>
          <ac:spMkLst>
            <pc:docMk/>
            <pc:sldMk cId="4257252582" sldId="259"/>
            <ac:spMk id="71" creationId="{390E1A7A-D2A9-A6D3-AEEB-0B20A74292C9}"/>
          </ac:spMkLst>
        </pc:spChg>
        <pc:spChg chg="mod">
          <ac:chgData name="Jeff Smith" userId="652ced54-4117-4b63-982d-3f49fc8fccf3" providerId="ADAL" clId="{C1C6D7BE-EF1A-4662-8B20-A016F0CFCD8D}" dt="2026-05-18T03:23:08.994" v="55" actId="1037"/>
          <ac:spMkLst>
            <pc:docMk/>
            <pc:sldMk cId="4257252582" sldId="259"/>
            <ac:spMk id="72" creationId="{A20CE65B-E7B1-F128-93FB-AD56E608E821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73" creationId="{BD6CBF1D-2644-1B18-0DEE-4BD77281A85E}"/>
          </ac:spMkLst>
        </pc:spChg>
        <pc:spChg chg="mod">
          <ac:chgData name="Jeff Smith" userId="652ced54-4117-4b63-982d-3f49fc8fccf3" providerId="ADAL" clId="{C1C6D7BE-EF1A-4662-8B20-A016F0CFCD8D}" dt="2026-05-18T03:32:43.943" v="117" actId="164"/>
          <ac:spMkLst>
            <pc:docMk/>
            <pc:sldMk cId="4257252582" sldId="259"/>
            <ac:spMk id="74" creationId="{829FC8F0-05F8-68A0-2BB1-F246884CFC77}"/>
          </ac:spMkLst>
        </pc:spChg>
        <pc:spChg chg="mod">
          <ac:chgData name="Jeff Smith" userId="652ced54-4117-4b63-982d-3f49fc8fccf3" providerId="ADAL" clId="{C1C6D7BE-EF1A-4662-8B20-A016F0CFCD8D}" dt="2026-05-18T03:22:32.434" v="7" actId="404"/>
          <ac:spMkLst>
            <pc:docMk/>
            <pc:sldMk cId="4257252582" sldId="259"/>
            <ac:spMk id="75" creationId="{AF7A3D8A-32E2-4BEA-5874-838756D223A3}"/>
          </ac:spMkLst>
        </pc:spChg>
        <pc:picChg chg="mod">
          <ac:chgData name="Jeff Smith" userId="652ced54-4117-4b63-982d-3f49fc8fccf3" providerId="ADAL" clId="{C1C6D7BE-EF1A-4662-8B20-A016F0CFCD8D}" dt="2026-05-18T03:23:48.547" v="116" actId="1038"/>
          <ac:picMkLst>
            <pc:docMk/>
            <pc:sldMk cId="4257252582" sldId="259"/>
            <ac:picMk id="59" creationId="{9A02D26D-E781-B87C-3F93-A8A1DF016F9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3E11-4C8A-E409-8A66-533B38A86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E3829-6556-8EF8-2662-E7C08A1CC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731D0-E0DA-0D60-028C-78F1B893C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2E506-9D38-0D55-305A-7FC75C23B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A65F6-992F-856C-0B33-0A1122C8B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5130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9320D-9742-4FAA-2D6C-E63BE6434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F7620-3686-E845-9E75-5416F8138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ABC41-D000-D6D5-8ABD-88A126BCC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9600E-15D5-038A-5165-57235628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C1190-CFCC-3B84-87C9-121F0DD3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797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5FE9-EA73-A142-54D6-7ABF0B457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754BC-B514-E75B-00DF-2FD3C0A13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6ABC7E-2F4C-5B20-2E99-5C773BD8B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EC788-3BFA-87AC-CE64-1738F378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38AF2-2715-FCEA-109D-D44786F0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70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958A-1027-E008-0E25-6D4D67CD3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C2445-2DCD-8C87-72B6-7BFBF1190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74649C-CDEB-1E68-C117-1B437496A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08F74-CF1F-629F-2D84-0935A1A5E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8F14F-A83E-708F-CDC8-A59F24C0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0D7C4-3EBF-F581-B568-D21F3BE0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6378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EFA2-5C3E-28DF-C6FA-8D0907B52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CD76F-DAEB-5A80-AA6B-51666514D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27ED4-BB86-DAE6-FD16-88E008A92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1DE3DF-9B80-6978-EC56-148DC888CE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F1AA78-D97B-6F23-6B1A-3977039188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3D8562-DAE5-FCC8-815B-E0A0B9974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4B030-12E9-AB26-63FA-603AE8A31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435816-FC5E-7790-445F-731EA7BD6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738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C1CA4-7B33-D7AA-AC1C-D507D884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3B1450-FDA0-8209-B678-2B6A53274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C23309-C555-B1DC-8EBE-95AA13ABF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6F05A-409E-9197-EEF6-BADD6326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3758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3ED984-E57D-D3CA-E711-13731183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FAE245-3A1D-8EBE-4CA4-A135C98FD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3C8FEB-3779-A40F-043F-5D911530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2F58-EC56-39D4-81EA-5A68AEE5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F7E9B-6576-50C4-D3C2-2AA5D083F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71DB0-55E7-0B53-A7A8-E82FD7478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75DE3-9267-A629-6973-1D7CCA21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223E9D-7667-EFE3-1296-B707F5CC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1C417-A80E-520E-3403-C1E1F53C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69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E763-1931-53CF-6876-1BD0BC92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0F7EE-8281-45E2-E4E4-A22D9F8053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92F0B9-21FB-5D08-F6CA-6B5D8F9F1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5C057-1D30-9F0B-FADB-65297F98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CE8AF9-5803-9A35-5E75-544C672A7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FFF5B-7247-023F-7B54-0BEAC34B7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00526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7E4B-9DDF-E332-118F-0D8BFE4FB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FF239-08CE-2613-1823-FF047EAA5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587D9-6423-E540-AC26-DB9B4F136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09D8F-6463-B056-98B8-E30B6100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A6991-3BFB-70FC-3861-75BEC44A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180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F12062-9507-288B-656F-CFE090B7E5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6251A-B8D1-6836-E3A1-9C51AF2C7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00FBB-15D7-7685-C136-22B28ADF4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C42F7-4BCF-F72D-2D9D-347A256EC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68A8F-0B86-1C34-263A-90EAD8F7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142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BB04A3-258F-8C4A-8B91-F5FE0D7C6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C6347-4CB2-1F23-6D11-DD9B3BC46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4D3A5-CA38-4938-F675-058A4FC67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371AB0-D125-45C3-9219-B7A933BD8D5F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58310-E17D-F907-331A-6B2E954F2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003E2B-39E7-4038-234F-877D9650A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E2552D-1984-4484-A7DA-31EE54539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794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ac-illust.com/clip-art/2219396" TargetMode="External"/><Relationship Id="rId5" Type="http://schemas.openxmlformats.org/officeDocument/2006/relationships/hyperlink" Target="https://www.labicons.net/equipments/thermocyclers/doc/real-time-pcr-open.html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7B4EF57C-E086-4F5C-23D1-F1B74918F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680533">
            <a:off x="3399052" y="2771044"/>
            <a:ext cx="564273" cy="51778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ECB41774-2268-3F52-446C-310A7438F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880089">
            <a:off x="3195244" y="2894536"/>
            <a:ext cx="564273" cy="517785"/>
          </a:xfrm>
          <a:prstGeom prst="rect">
            <a:avLst/>
          </a:prstGeom>
        </p:spPr>
      </p:pic>
      <p:sp>
        <p:nvSpPr>
          <p:cNvPr id="92" name="Partial Circle 91">
            <a:extLst>
              <a:ext uri="{FF2B5EF4-FFF2-40B4-BE49-F238E27FC236}">
                <a16:creationId xmlns:a16="http://schemas.microsoft.com/office/drawing/2014/main" id="{D154E813-CFD0-9FEA-AC56-2327E28EAA4D}"/>
              </a:ext>
            </a:extLst>
          </p:cNvPr>
          <p:cNvSpPr/>
          <p:nvPr/>
        </p:nvSpPr>
        <p:spPr>
          <a:xfrm rot="692814">
            <a:off x="4587147" y="4393128"/>
            <a:ext cx="695172" cy="685997"/>
          </a:xfrm>
          <a:prstGeom prst="pi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34993384-E1CC-B62C-CEFA-3C5C20536D36}"/>
              </a:ext>
            </a:extLst>
          </p:cNvPr>
          <p:cNvSpPr/>
          <p:nvPr/>
        </p:nvSpPr>
        <p:spPr>
          <a:xfrm>
            <a:off x="4572637" y="4597439"/>
            <a:ext cx="685719" cy="4758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163D11D-ED54-E0B0-A759-02B601493ADB}"/>
              </a:ext>
            </a:extLst>
          </p:cNvPr>
          <p:cNvCxnSpPr>
            <a:cxnSpLocks/>
          </p:cNvCxnSpPr>
          <p:nvPr/>
        </p:nvCxnSpPr>
        <p:spPr>
          <a:xfrm flipV="1">
            <a:off x="6216029" y="2481701"/>
            <a:ext cx="292050" cy="1"/>
          </a:xfrm>
          <a:prstGeom prst="line">
            <a:avLst/>
          </a:prstGeom>
          <a:ln w="57150"/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012FA7-2768-2476-A69F-97D9B678C79B}"/>
              </a:ext>
            </a:extLst>
          </p:cNvPr>
          <p:cNvCxnSpPr>
            <a:cxnSpLocks/>
          </p:cNvCxnSpPr>
          <p:nvPr/>
        </p:nvCxnSpPr>
        <p:spPr>
          <a:xfrm>
            <a:off x="6507409" y="2481701"/>
            <a:ext cx="322854" cy="0"/>
          </a:xfrm>
          <a:prstGeom prst="line">
            <a:avLst/>
          </a:prstGeom>
          <a:ln w="57150">
            <a:solidFill>
              <a:srgbClr val="00B050"/>
            </a:solidFill>
          </a:ln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0AD2CB3A-4C6D-3987-EE88-995C32C27769}"/>
              </a:ext>
            </a:extLst>
          </p:cNvPr>
          <p:cNvGrpSpPr/>
          <p:nvPr/>
        </p:nvGrpSpPr>
        <p:grpSpPr>
          <a:xfrm>
            <a:off x="6135850" y="2465542"/>
            <a:ext cx="221094" cy="478744"/>
            <a:chOff x="5434368" y="93912"/>
            <a:chExt cx="311448" cy="653467"/>
          </a:xfrm>
          <a:solidFill>
            <a:schemeClr val="accent1"/>
          </a:solidFill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FDDD739-7F02-11FB-8478-D7BBB156BFF7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88F2B5-1947-774A-13A9-8CC8C077C7A4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B998AA-D37A-D090-55DE-E013E1F05CDD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60D7044-7ED2-B66E-4251-3B7E7B142EBF}"/>
              </a:ext>
            </a:extLst>
          </p:cNvPr>
          <p:cNvGrpSpPr/>
          <p:nvPr/>
        </p:nvGrpSpPr>
        <p:grpSpPr>
          <a:xfrm>
            <a:off x="6688866" y="2462293"/>
            <a:ext cx="221094" cy="478744"/>
            <a:chOff x="5434368" y="93912"/>
            <a:chExt cx="311448" cy="653467"/>
          </a:xfrm>
          <a:solidFill>
            <a:srgbClr val="00B050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B5E4CB1-7664-B4D8-5D80-6983919CA3E1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EBEA8F3-23B1-6787-6A86-39230DE935DD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2665FD-0C4E-31BB-940E-BC6D9ADD368A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819DB0E-9023-2043-395B-C501AF103506}"/>
              </a:ext>
            </a:extLst>
          </p:cNvPr>
          <p:cNvGrpSpPr/>
          <p:nvPr/>
        </p:nvGrpSpPr>
        <p:grpSpPr>
          <a:xfrm rot="10800000">
            <a:off x="6162993" y="3043515"/>
            <a:ext cx="221094" cy="478744"/>
            <a:chOff x="5434368" y="93912"/>
            <a:chExt cx="311448" cy="653467"/>
          </a:xfrm>
          <a:solidFill>
            <a:srgbClr val="00B0F0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ADC947-9540-5237-1F45-26CA8FDCF57B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F12220F-C45A-EA71-51A2-20DF8969F00D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666AD5B2-C857-96A1-6959-BBDECFF4747A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063487D-AE3C-CA37-45F6-F0AF10F4CCAF}"/>
              </a:ext>
            </a:extLst>
          </p:cNvPr>
          <p:cNvGrpSpPr/>
          <p:nvPr/>
        </p:nvGrpSpPr>
        <p:grpSpPr>
          <a:xfrm>
            <a:off x="6346488" y="2832956"/>
            <a:ext cx="318247" cy="270581"/>
            <a:chOff x="1893889" y="1816328"/>
            <a:chExt cx="318247" cy="270581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29B1490-97F3-09E0-B4DE-9A13F0E8949E}"/>
                </a:ext>
              </a:extLst>
            </p:cNvPr>
            <p:cNvSpPr/>
            <p:nvPr/>
          </p:nvSpPr>
          <p:spPr>
            <a:xfrm>
              <a:off x="1929695" y="1816328"/>
              <a:ext cx="282441" cy="27058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D39D2DEF-E99A-BFB4-7BE8-352798B82900}"/>
                </a:ext>
              </a:extLst>
            </p:cNvPr>
            <p:cNvSpPr txBox="1"/>
            <p:nvPr/>
          </p:nvSpPr>
          <p:spPr>
            <a:xfrm>
              <a:off x="1893889" y="1836738"/>
              <a:ext cx="1847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AU" sz="9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5437A3-0A6D-1E16-239B-1C44B2017453}"/>
              </a:ext>
            </a:extLst>
          </p:cNvPr>
          <p:cNvCxnSpPr>
            <a:cxnSpLocks/>
          </p:cNvCxnSpPr>
          <p:nvPr/>
        </p:nvCxnSpPr>
        <p:spPr>
          <a:xfrm>
            <a:off x="6068674" y="3522259"/>
            <a:ext cx="8893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Partial Circle 21">
            <a:extLst>
              <a:ext uri="{FF2B5EF4-FFF2-40B4-BE49-F238E27FC236}">
                <a16:creationId xmlns:a16="http://schemas.microsoft.com/office/drawing/2014/main" id="{A4A91857-C66D-C391-5B73-551F104BC695}"/>
              </a:ext>
            </a:extLst>
          </p:cNvPr>
          <p:cNvSpPr/>
          <p:nvPr/>
        </p:nvSpPr>
        <p:spPr>
          <a:xfrm rot="692814">
            <a:off x="6340685" y="2531228"/>
            <a:ext cx="243214" cy="249128"/>
          </a:xfrm>
          <a:prstGeom prst="pi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A940FC-BC8E-0600-384C-A8239A85557E}"/>
              </a:ext>
            </a:extLst>
          </p:cNvPr>
          <p:cNvCxnSpPr>
            <a:cxnSpLocks/>
          </p:cNvCxnSpPr>
          <p:nvPr/>
        </p:nvCxnSpPr>
        <p:spPr>
          <a:xfrm>
            <a:off x="6415578" y="2448561"/>
            <a:ext cx="187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B15E1406-9B6C-03E3-9410-5EB000658D1E}"/>
              </a:ext>
            </a:extLst>
          </p:cNvPr>
          <p:cNvSpPr/>
          <p:nvPr/>
        </p:nvSpPr>
        <p:spPr>
          <a:xfrm>
            <a:off x="6053593" y="2362412"/>
            <a:ext cx="947086" cy="243611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56B75A-55BC-E0BB-5A32-1177C39BB3AA}"/>
              </a:ext>
            </a:extLst>
          </p:cNvPr>
          <p:cNvSpPr/>
          <p:nvPr/>
        </p:nvSpPr>
        <p:spPr>
          <a:xfrm>
            <a:off x="3159885" y="3776404"/>
            <a:ext cx="3840801" cy="811272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5460D6-EFF5-1C07-AED7-547A39691F95}"/>
              </a:ext>
            </a:extLst>
          </p:cNvPr>
          <p:cNvCxnSpPr>
            <a:cxnSpLocks/>
          </p:cNvCxnSpPr>
          <p:nvPr/>
        </p:nvCxnSpPr>
        <p:spPr>
          <a:xfrm>
            <a:off x="3828206" y="4201347"/>
            <a:ext cx="1266825" cy="0"/>
          </a:xfrm>
          <a:prstGeom prst="line">
            <a:avLst/>
          </a:prstGeom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646C3BC-0606-7688-E8F7-09E89743CDC6}"/>
              </a:ext>
            </a:extLst>
          </p:cNvPr>
          <p:cNvCxnSpPr>
            <a:cxnSpLocks/>
          </p:cNvCxnSpPr>
          <p:nvPr/>
        </p:nvCxnSpPr>
        <p:spPr>
          <a:xfrm>
            <a:off x="5095031" y="4201347"/>
            <a:ext cx="1281112" cy="0"/>
          </a:xfrm>
          <a:prstGeom prst="line">
            <a:avLst/>
          </a:prstGeom>
          <a:ln w="5715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8A8EC18-B9FE-97E9-EB64-2A5B5F24FAAE}"/>
              </a:ext>
            </a:extLst>
          </p:cNvPr>
          <p:cNvCxnSpPr>
            <a:cxnSpLocks/>
          </p:cNvCxnSpPr>
          <p:nvPr/>
        </p:nvCxnSpPr>
        <p:spPr>
          <a:xfrm>
            <a:off x="4887861" y="4145117"/>
            <a:ext cx="395287" cy="0"/>
          </a:xfrm>
          <a:prstGeom prst="line">
            <a:avLst/>
          </a:prstGeom>
          <a:ln w="571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476841F-8B45-B3B8-172D-5809F5442619}"/>
              </a:ext>
            </a:extLst>
          </p:cNvPr>
          <p:cNvCxnSpPr>
            <a:cxnSpLocks/>
          </p:cNvCxnSpPr>
          <p:nvPr/>
        </p:nvCxnSpPr>
        <p:spPr>
          <a:xfrm>
            <a:off x="3961548" y="4258497"/>
            <a:ext cx="395287" cy="0"/>
          </a:xfrm>
          <a:prstGeom prst="line">
            <a:avLst/>
          </a:prstGeom>
          <a:ln w="571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B530096-B047-9E05-39F5-FCA84A5FB5C9}"/>
              </a:ext>
            </a:extLst>
          </p:cNvPr>
          <p:cNvSpPr txBox="1"/>
          <p:nvPr/>
        </p:nvSpPr>
        <p:spPr>
          <a:xfrm>
            <a:off x="3180505" y="4096301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5’ C12 amine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990F74-1D74-A1E5-AB36-E3C74D09AA91}"/>
              </a:ext>
            </a:extLst>
          </p:cNvPr>
          <p:cNvSpPr txBox="1"/>
          <p:nvPr/>
        </p:nvSpPr>
        <p:spPr>
          <a:xfrm>
            <a:off x="6343087" y="4101064"/>
            <a:ext cx="6623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3’ C6 amine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5E18A38-0E19-4582-8631-62F91EA5CB9B}"/>
              </a:ext>
            </a:extLst>
          </p:cNvPr>
          <p:cNvCxnSpPr>
            <a:cxnSpLocks/>
          </p:cNvCxnSpPr>
          <p:nvPr/>
        </p:nvCxnSpPr>
        <p:spPr>
          <a:xfrm>
            <a:off x="5216919" y="4064141"/>
            <a:ext cx="395287" cy="0"/>
          </a:xfrm>
          <a:prstGeom prst="line">
            <a:avLst/>
          </a:prstGeom>
          <a:ln w="571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497CFB3-6B15-96C0-B5DC-51B60FAF3E81}"/>
              </a:ext>
            </a:extLst>
          </p:cNvPr>
          <p:cNvSpPr txBox="1"/>
          <p:nvPr/>
        </p:nvSpPr>
        <p:spPr>
          <a:xfrm>
            <a:off x="4001890" y="4242899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fwd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4BE88E8-DD72-0F69-DBEF-DB00FB958E77}"/>
              </a:ext>
            </a:extLst>
          </p:cNvPr>
          <p:cNvSpPr txBox="1"/>
          <p:nvPr/>
        </p:nvSpPr>
        <p:spPr>
          <a:xfrm>
            <a:off x="5254949" y="3881222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rev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D3390A-91CE-6E36-F836-0E2E47E22B2B}"/>
              </a:ext>
            </a:extLst>
          </p:cNvPr>
          <p:cNvSpPr txBox="1"/>
          <p:nvPr/>
        </p:nvSpPr>
        <p:spPr>
          <a:xfrm>
            <a:off x="4892190" y="3959741"/>
            <a:ext cx="3930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splint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33512F0-278E-6D7B-830F-1B40FE310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154" y="2397866"/>
            <a:ext cx="564273" cy="517785"/>
          </a:xfrm>
          <a:prstGeom prst="rect">
            <a:avLst/>
          </a:prstGeom>
        </p:spPr>
      </p:pic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0A77DCF-3BE1-B06D-BF67-3B0E3E935C22}"/>
              </a:ext>
            </a:extLst>
          </p:cNvPr>
          <p:cNvCxnSpPr>
            <a:cxnSpLocks/>
          </p:cNvCxnSpPr>
          <p:nvPr/>
        </p:nvCxnSpPr>
        <p:spPr>
          <a:xfrm>
            <a:off x="4650755" y="2484083"/>
            <a:ext cx="291380" cy="51070"/>
          </a:xfrm>
          <a:prstGeom prst="line">
            <a:avLst/>
          </a:prstGeom>
          <a:ln w="57150"/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0D9D9A8-D49A-B04A-A694-50E53E394EE9}"/>
              </a:ext>
            </a:extLst>
          </p:cNvPr>
          <p:cNvCxnSpPr>
            <a:cxnSpLocks/>
          </p:cNvCxnSpPr>
          <p:nvPr/>
        </p:nvCxnSpPr>
        <p:spPr>
          <a:xfrm>
            <a:off x="4960933" y="2394797"/>
            <a:ext cx="301674" cy="101191"/>
          </a:xfrm>
          <a:prstGeom prst="line">
            <a:avLst/>
          </a:prstGeom>
          <a:ln w="57150">
            <a:solidFill>
              <a:srgbClr val="00B050"/>
            </a:solidFill>
          </a:ln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9A6ABA0-E11A-4DF4-A544-1DF61DA35635}"/>
              </a:ext>
            </a:extLst>
          </p:cNvPr>
          <p:cNvGrpSpPr/>
          <p:nvPr/>
        </p:nvGrpSpPr>
        <p:grpSpPr>
          <a:xfrm>
            <a:off x="4570576" y="2465542"/>
            <a:ext cx="221094" cy="478744"/>
            <a:chOff x="5434368" y="93912"/>
            <a:chExt cx="311448" cy="653467"/>
          </a:xfrm>
          <a:solidFill>
            <a:schemeClr val="accent1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4E0D5CA8-ADB4-A539-B95F-0534CA58F3DB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FE88EA7-0DF4-87F4-A87A-E3027AC0BD72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3E5149C-8C93-80D7-02ED-2CC7C28215F9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3A0CE1A9-6F8A-D928-4D80-983CBA30CFF4}"/>
              </a:ext>
            </a:extLst>
          </p:cNvPr>
          <p:cNvGrpSpPr/>
          <p:nvPr/>
        </p:nvGrpSpPr>
        <p:grpSpPr>
          <a:xfrm>
            <a:off x="5123592" y="2462293"/>
            <a:ext cx="221094" cy="478744"/>
            <a:chOff x="5434368" y="93912"/>
            <a:chExt cx="311448" cy="653467"/>
          </a:xfrm>
          <a:solidFill>
            <a:srgbClr val="00B050"/>
          </a:solidFill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D15FD599-9F81-D5BB-9D42-7046531D8E09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63CFE5C-DA4E-B96F-E832-63AE8F27274E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B501304-37B7-A400-EF8B-21F70A7FC6EB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02116D81-EF05-B85A-E43D-FA6C2935C5FA}"/>
              </a:ext>
            </a:extLst>
          </p:cNvPr>
          <p:cNvGrpSpPr/>
          <p:nvPr/>
        </p:nvGrpSpPr>
        <p:grpSpPr>
          <a:xfrm rot="10800000">
            <a:off x="4597719" y="3043515"/>
            <a:ext cx="221094" cy="478744"/>
            <a:chOff x="5434368" y="93912"/>
            <a:chExt cx="311448" cy="653467"/>
          </a:xfrm>
          <a:solidFill>
            <a:srgbClr val="00B0F0"/>
          </a:solidFill>
        </p:grpSpPr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1D01A003-528B-207F-B5A4-AD36DC85A776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338B6CC9-AF0A-EBC1-CEF7-86D49A7C3065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6AB6858-CA1C-EA00-265A-710C98E4A252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4DD7D808-92FD-6F3B-98AE-C8F33BC47209}"/>
              </a:ext>
            </a:extLst>
          </p:cNvPr>
          <p:cNvGrpSpPr/>
          <p:nvPr/>
        </p:nvGrpSpPr>
        <p:grpSpPr>
          <a:xfrm>
            <a:off x="4781214" y="2832956"/>
            <a:ext cx="364202" cy="270581"/>
            <a:chOff x="1893889" y="1816328"/>
            <a:chExt cx="364202" cy="270581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CA0C39BF-DD1A-DB51-885E-EB848C8BC46E}"/>
                </a:ext>
              </a:extLst>
            </p:cNvPr>
            <p:cNvSpPr/>
            <p:nvPr/>
          </p:nvSpPr>
          <p:spPr>
            <a:xfrm>
              <a:off x="1929695" y="1816328"/>
              <a:ext cx="282441" cy="27058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968056FB-02BA-4BE7-C28F-4D9A79C28927}"/>
                </a:ext>
              </a:extLst>
            </p:cNvPr>
            <p:cNvSpPr txBox="1"/>
            <p:nvPr/>
          </p:nvSpPr>
          <p:spPr>
            <a:xfrm>
              <a:off x="1893889" y="1836738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Helvetica" panose="020B0604020202020204" pitchFamily="34" charset="0"/>
                  <a:cs typeface="Helvetica" panose="020B0604020202020204" pitchFamily="34" charset="0"/>
                </a:rPr>
                <a:t>Nf</a:t>
              </a:r>
              <a:r>
                <a:rPr lang="en-US" sz="900" dirty="0">
                  <a:latin typeface="Helvetica" panose="020B0604020202020204" pitchFamily="34" charset="0"/>
                  <a:cs typeface="Helvetica" panose="020B0604020202020204" pitchFamily="34" charset="0"/>
                </a:rPr>
                <a:t>L</a:t>
              </a:r>
              <a:endParaRPr lang="en-AU" sz="9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548334DC-87D7-C7C7-B64E-1E8D3E635A37}"/>
              </a:ext>
            </a:extLst>
          </p:cNvPr>
          <p:cNvCxnSpPr>
            <a:cxnSpLocks/>
          </p:cNvCxnSpPr>
          <p:nvPr/>
        </p:nvCxnSpPr>
        <p:spPr>
          <a:xfrm>
            <a:off x="4503400" y="3522259"/>
            <a:ext cx="8893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2" name="Picture 81">
            <a:extLst>
              <a:ext uri="{FF2B5EF4-FFF2-40B4-BE49-F238E27FC236}">
                <a16:creationId xmlns:a16="http://schemas.microsoft.com/office/drawing/2014/main" id="{3A457744-F86A-7967-FB32-84E1EBA46F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028" y="1770678"/>
            <a:ext cx="809913" cy="270582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D61F8A37-3414-0F96-F9A3-FD5F52D08008}"/>
              </a:ext>
            </a:extLst>
          </p:cNvPr>
          <p:cNvCxnSpPr>
            <a:cxnSpLocks/>
          </p:cNvCxnSpPr>
          <p:nvPr/>
        </p:nvCxnSpPr>
        <p:spPr>
          <a:xfrm flipH="1">
            <a:off x="7000679" y="2619573"/>
            <a:ext cx="1539" cy="1156831"/>
          </a:xfrm>
          <a:prstGeom prst="line">
            <a:avLst/>
          </a:prstGeom>
          <a:ln w="12700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1" name="Picture 90" descr="A computer with a small screen&#10;&#10;AI-generated content may be incorrect.">
            <a:extLst>
              <a:ext uri="{FF2B5EF4-FFF2-40B4-BE49-F238E27FC236}">
                <a16:creationId xmlns:a16="http://schemas.microsoft.com/office/drawing/2014/main" id="{1AD6FCCD-4F3B-7B0A-1094-35D0AB8FBC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593" y="1323557"/>
            <a:ext cx="927448" cy="927448"/>
          </a:xfrm>
          <a:prstGeom prst="rect">
            <a:avLst/>
          </a:prstGeom>
        </p:spPr>
      </p:pic>
      <p:sp>
        <p:nvSpPr>
          <p:cNvPr id="94" name="TextBox 93">
            <a:extLst>
              <a:ext uri="{FF2B5EF4-FFF2-40B4-BE49-F238E27FC236}">
                <a16:creationId xmlns:a16="http://schemas.microsoft.com/office/drawing/2014/main" id="{6635CEEB-D7AB-E218-512C-27C3B6191650}"/>
              </a:ext>
            </a:extLst>
          </p:cNvPr>
          <p:cNvSpPr txBox="1"/>
          <p:nvPr/>
        </p:nvSpPr>
        <p:spPr>
          <a:xfrm>
            <a:off x="4953783" y="4406192"/>
            <a:ext cx="57740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T4 Ligase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B8DC7E1-411C-17D3-650F-6BFA9C1138D8}"/>
              </a:ext>
            </a:extLst>
          </p:cNvPr>
          <p:cNvSpPr txBox="1"/>
          <p:nvPr/>
        </p:nvSpPr>
        <p:spPr>
          <a:xfrm>
            <a:off x="4497588" y="3552294"/>
            <a:ext cx="9236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incubate overnight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4F98A15-6A7B-8E3E-9654-A9DDF98C593E}"/>
              </a:ext>
            </a:extLst>
          </p:cNvPr>
          <p:cNvSpPr txBox="1"/>
          <p:nvPr/>
        </p:nvSpPr>
        <p:spPr>
          <a:xfrm>
            <a:off x="5479301" y="2718503"/>
            <a:ext cx="3930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wash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D31475-28B0-93B3-2A25-80AF08AF02A3}"/>
              </a:ext>
            </a:extLst>
          </p:cNvPr>
          <p:cNvSpPr txBox="1"/>
          <p:nvPr/>
        </p:nvSpPr>
        <p:spPr>
          <a:xfrm>
            <a:off x="5612206" y="6306236"/>
            <a:ext cx="609738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050"/>
              <a:t>PCR clipart from: </a:t>
            </a:r>
            <a:r>
              <a:rPr lang="en-AU" sz="1050">
                <a:hlinkClick r:id="rId5"/>
              </a:rPr>
              <a:t>https://www.labicons.net/equipments/thermocyclers/doc/real-time-pcr-open.html</a:t>
            </a:r>
            <a:br>
              <a:rPr lang="en-AU" sz="1050"/>
            </a:br>
            <a:r>
              <a:rPr lang="en-AU" sz="1050"/>
              <a:t>96 well plate clipart from: </a:t>
            </a:r>
            <a:r>
              <a:rPr lang="en-AU" sz="1050">
                <a:hlinkClick r:id="rId6"/>
              </a:rPr>
              <a:t>https://en.ac-illust.com/clip-art/2219396</a:t>
            </a:r>
            <a:r>
              <a:rPr lang="en-AU" sz="1050"/>
              <a:t> 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83145AB-5865-503F-740F-8252B4DF17BB}"/>
              </a:ext>
            </a:extLst>
          </p:cNvPr>
          <p:cNvSpPr/>
          <p:nvPr/>
        </p:nvSpPr>
        <p:spPr>
          <a:xfrm>
            <a:off x="5613523" y="2914378"/>
            <a:ext cx="143660" cy="194359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D251D119-5D0F-7B8A-7DA2-3304CB9646B8}"/>
              </a:ext>
            </a:extLst>
          </p:cNvPr>
          <p:cNvSpPr/>
          <p:nvPr/>
        </p:nvSpPr>
        <p:spPr>
          <a:xfrm>
            <a:off x="4088439" y="2919638"/>
            <a:ext cx="143660" cy="194359"/>
          </a:xfrm>
          <a:prstGeom prst="rightArrow">
            <a:avLst/>
          </a:prstGeom>
          <a:solidFill>
            <a:srgbClr val="FF9999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1" name="Picture 50" descr="A cartoon of a pink liquid&#10;&#10;AI-generated content may be incorrect.">
            <a:extLst>
              <a:ext uri="{FF2B5EF4-FFF2-40B4-BE49-F238E27FC236}">
                <a16:creationId xmlns:a16="http://schemas.microsoft.com/office/drawing/2014/main" id="{B62DCA98-9702-E7FB-8192-D84100B621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011" y="1380992"/>
            <a:ext cx="211823" cy="657116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D15ECADC-97D0-8462-AB9E-B07906AD78B3}"/>
              </a:ext>
            </a:extLst>
          </p:cNvPr>
          <p:cNvSpPr txBox="1"/>
          <p:nvPr/>
        </p:nvSpPr>
        <p:spPr>
          <a:xfrm>
            <a:off x="3133735" y="2128935"/>
            <a:ext cx="10422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mix sample with AOC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4F60AB3-7854-EB3B-29EF-33A5974DD117}"/>
              </a:ext>
            </a:extLst>
          </p:cNvPr>
          <p:cNvSpPr txBox="1"/>
          <p:nvPr/>
        </p:nvSpPr>
        <p:spPr>
          <a:xfrm>
            <a:off x="3235227" y="3557237"/>
            <a:ext cx="72327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incubate 2hrs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B4C9001-B286-1957-BFF7-F9D8E2A4F9F4}"/>
              </a:ext>
            </a:extLst>
          </p:cNvPr>
          <p:cNvSpPr txBox="1"/>
          <p:nvPr/>
        </p:nvSpPr>
        <p:spPr>
          <a:xfrm>
            <a:off x="4321839" y="2070528"/>
            <a:ext cx="1282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capture immunocomplexes </a:t>
            </a:r>
          </a:p>
          <a:p>
            <a:pPr algn="ctr"/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on plate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B6C5A86-E1C4-2EBC-66FB-743B11C03E7C}"/>
              </a:ext>
            </a:extLst>
          </p:cNvPr>
          <p:cNvSpPr txBox="1"/>
          <p:nvPr/>
        </p:nvSpPr>
        <p:spPr>
          <a:xfrm>
            <a:off x="3884313" y="2735325"/>
            <a:ext cx="59182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transfer to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A51960-3041-5995-AAC8-DAF7050DD0D6}"/>
              </a:ext>
            </a:extLst>
          </p:cNvPr>
          <p:cNvSpPr txBox="1"/>
          <p:nvPr/>
        </p:nvSpPr>
        <p:spPr>
          <a:xfrm>
            <a:off x="3884922" y="3103686"/>
            <a:ext cx="64483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qPCR plate</a:t>
            </a:r>
            <a:endParaRPr lang="en-AU" sz="160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63C88BA-F68C-AB73-9110-86D0954D331F}"/>
              </a:ext>
            </a:extLst>
          </p:cNvPr>
          <p:cNvSpPr txBox="1"/>
          <p:nvPr/>
        </p:nvSpPr>
        <p:spPr>
          <a:xfrm>
            <a:off x="5417556" y="3103537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add PCR mix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297FEE2-E0A5-897B-EFCC-E5BA4E08F48D}"/>
              </a:ext>
            </a:extLst>
          </p:cNvPr>
          <p:cNvSpPr txBox="1"/>
          <p:nvPr/>
        </p:nvSpPr>
        <p:spPr>
          <a:xfrm>
            <a:off x="6169159" y="3550345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ligate &amp; cycle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F26781-07D2-4FCA-17C6-9C51F83963E3}"/>
              </a:ext>
            </a:extLst>
          </p:cNvPr>
          <p:cNvSpPr txBox="1"/>
          <p:nvPr/>
        </p:nvSpPr>
        <p:spPr>
          <a:xfrm>
            <a:off x="6300159" y="2130722"/>
            <a:ext cx="42191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qPCR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55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0DF4CE54-B396-B0F0-2770-7D3A78A43E2A}"/>
              </a:ext>
            </a:extLst>
          </p:cNvPr>
          <p:cNvGrpSpPr/>
          <p:nvPr/>
        </p:nvGrpSpPr>
        <p:grpSpPr>
          <a:xfrm>
            <a:off x="3133735" y="1323557"/>
            <a:ext cx="3868483" cy="3755568"/>
            <a:chOff x="3133735" y="1323557"/>
            <a:chExt cx="3868483" cy="375556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B7ADA9-9937-C75E-C493-86786104C3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0680533">
              <a:off x="3399052" y="2771044"/>
              <a:ext cx="564273" cy="51778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3A533B0-9FCF-1E88-5497-48664510E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880089">
              <a:off x="3195244" y="2894536"/>
              <a:ext cx="564273" cy="517785"/>
            </a:xfrm>
            <a:prstGeom prst="rect">
              <a:avLst/>
            </a:prstGeom>
          </p:spPr>
        </p:pic>
        <p:sp>
          <p:nvSpPr>
            <p:cNvPr id="6" name="Partial Circle 5">
              <a:extLst>
                <a:ext uri="{FF2B5EF4-FFF2-40B4-BE49-F238E27FC236}">
                  <a16:creationId xmlns:a16="http://schemas.microsoft.com/office/drawing/2014/main" id="{CB9FE241-951F-C8EE-36DB-8D3BD29FD99C}"/>
                </a:ext>
              </a:extLst>
            </p:cNvPr>
            <p:cNvSpPr/>
            <p:nvPr/>
          </p:nvSpPr>
          <p:spPr>
            <a:xfrm rot="692814">
              <a:off x="4587147" y="4393128"/>
              <a:ext cx="695172" cy="685997"/>
            </a:xfrm>
            <a:prstGeom prst="pi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EC58012-2250-8FB0-5DB1-46C1F1014F29}"/>
                </a:ext>
              </a:extLst>
            </p:cNvPr>
            <p:cNvSpPr/>
            <p:nvPr/>
          </p:nvSpPr>
          <p:spPr>
            <a:xfrm>
              <a:off x="4572637" y="4597439"/>
              <a:ext cx="685719" cy="4758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D3C3C6-DD56-BC16-E78E-88C41B3D57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6029" y="2481701"/>
              <a:ext cx="292050" cy="1"/>
            </a:xfrm>
            <a:prstGeom prst="line">
              <a:avLst/>
            </a:prstGeom>
            <a:ln w="57150"/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ED4954F-DB0B-6302-22DE-55DDB78C3418}"/>
                </a:ext>
              </a:extLst>
            </p:cNvPr>
            <p:cNvCxnSpPr>
              <a:cxnSpLocks/>
            </p:cNvCxnSpPr>
            <p:nvPr/>
          </p:nvCxnSpPr>
          <p:spPr>
            <a:xfrm>
              <a:off x="6507409" y="2481701"/>
              <a:ext cx="322854" cy="0"/>
            </a:xfrm>
            <a:prstGeom prst="line">
              <a:avLst/>
            </a:prstGeom>
            <a:ln w="57150">
              <a:solidFill>
                <a:srgbClr val="00B050"/>
              </a:solidFill>
            </a:ln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8A082B-46D9-889A-27ED-359587D3FE6B}"/>
                </a:ext>
              </a:extLst>
            </p:cNvPr>
            <p:cNvGrpSpPr/>
            <p:nvPr/>
          </p:nvGrpSpPr>
          <p:grpSpPr>
            <a:xfrm>
              <a:off x="6135850" y="2465542"/>
              <a:ext cx="221094" cy="478744"/>
              <a:chOff x="5434368" y="93912"/>
              <a:chExt cx="311448" cy="653467"/>
            </a:xfrm>
            <a:solidFill>
              <a:schemeClr val="accent1"/>
            </a:solidFill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270326A-6FFE-B6D4-6FA2-09724450EC7C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96342391-1802-6F01-5A5F-E333228512E6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39D9441-A3B9-8093-454A-56A1DF7A520A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794F4FB9-9164-DF6C-6D09-102F012E5E87}"/>
                </a:ext>
              </a:extLst>
            </p:cNvPr>
            <p:cNvGrpSpPr/>
            <p:nvPr/>
          </p:nvGrpSpPr>
          <p:grpSpPr>
            <a:xfrm>
              <a:off x="6688866" y="2462293"/>
              <a:ext cx="221094" cy="478744"/>
              <a:chOff x="5434368" y="93912"/>
              <a:chExt cx="311448" cy="653467"/>
            </a:xfrm>
            <a:solidFill>
              <a:srgbClr val="00B050"/>
            </a:solidFill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248F812-F02A-2584-525A-02181D5E460D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A95E551E-2B6C-E512-A72A-8B7725001B99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B79560F-94E2-A0E4-CF00-3E1DBD38CC8E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3CA608F-AD66-BC69-B761-413548FB377B}"/>
                </a:ext>
              </a:extLst>
            </p:cNvPr>
            <p:cNvGrpSpPr/>
            <p:nvPr/>
          </p:nvGrpSpPr>
          <p:grpSpPr>
            <a:xfrm rot="10800000">
              <a:off x="6162993" y="3043515"/>
              <a:ext cx="221094" cy="478744"/>
              <a:chOff x="5434368" y="93912"/>
              <a:chExt cx="311448" cy="653467"/>
            </a:xfrm>
            <a:solidFill>
              <a:srgbClr val="00B0F0"/>
            </a:solidFill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15EB810-AB1D-9FDC-CD71-22A04F8CB13E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8394122D-5440-BB81-64DA-6FBB04B5D14E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151EA6B-0E8D-7CC8-726E-7174EE395B48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8D408ED-0FCC-C7C9-7FCD-C1F74470AC3A}"/>
                </a:ext>
              </a:extLst>
            </p:cNvPr>
            <p:cNvGrpSpPr/>
            <p:nvPr/>
          </p:nvGrpSpPr>
          <p:grpSpPr>
            <a:xfrm>
              <a:off x="6346488" y="2832956"/>
              <a:ext cx="318247" cy="270581"/>
              <a:chOff x="1893889" y="1816328"/>
              <a:chExt cx="318247" cy="27058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8B4FA1ED-51BF-49A4-2EA1-F2F843D3DA0E}"/>
                  </a:ext>
                </a:extLst>
              </p:cNvPr>
              <p:cNvSpPr/>
              <p:nvPr/>
            </p:nvSpPr>
            <p:spPr>
              <a:xfrm>
                <a:off x="1929695" y="1816328"/>
                <a:ext cx="282441" cy="27058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7BD49BB-12AC-25CF-E32A-6231A2A81BC8}"/>
                  </a:ext>
                </a:extLst>
              </p:cNvPr>
              <p:cNvSpPr txBox="1"/>
              <p:nvPr/>
            </p:nvSpPr>
            <p:spPr>
              <a:xfrm>
                <a:off x="1893889" y="1836738"/>
                <a:ext cx="18473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AU" sz="9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E7C9A62-3BD4-242A-456B-A0EDBDABB27B}"/>
                </a:ext>
              </a:extLst>
            </p:cNvPr>
            <p:cNvCxnSpPr>
              <a:cxnSpLocks/>
            </p:cNvCxnSpPr>
            <p:nvPr/>
          </p:nvCxnSpPr>
          <p:spPr>
            <a:xfrm>
              <a:off x="6068674" y="3522259"/>
              <a:ext cx="8893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Partial Circle 25">
              <a:extLst>
                <a:ext uri="{FF2B5EF4-FFF2-40B4-BE49-F238E27FC236}">
                  <a16:creationId xmlns:a16="http://schemas.microsoft.com/office/drawing/2014/main" id="{2700081C-C1BD-65CF-857C-4C64C5C1E931}"/>
                </a:ext>
              </a:extLst>
            </p:cNvPr>
            <p:cNvSpPr/>
            <p:nvPr/>
          </p:nvSpPr>
          <p:spPr>
            <a:xfrm rot="692814">
              <a:off x="6340685" y="2531228"/>
              <a:ext cx="243214" cy="249128"/>
            </a:xfrm>
            <a:prstGeom prst="pi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613A58-407B-EC94-809B-1B03335DCDAE}"/>
                </a:ext>
              </a:extLst>
            </p:cNvPr>
            <p:cNvCxnSpPr>
              <a:cxnSpLocks/>
            </p:cNvCxnSpPr>
            <p:nvPr/>
          </p:nvCxnSpPr>
          <p:spPr>
            <a:xfrm>
              <a:off x="6415578" y="2448561"/>
              <a:ext cx="187747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C266FEF-BDA3-CFA8-F030-A846CE98C887}"/>
                </a:ext>
              </a:extLst>
            </p:cNvPr>
            <p:cNvSpPr/>
            <p:nvPr/>
          </p:nvSpPr>
          <p:spPr>
            <a:xfrm>
              <a:off x="6053593" y="2362412"/>
              <a:ext cx="947086" cy="243611"/>
            </a:xfrm>
            <a:prstGeom prst="rect">
              <a:avLst/>
            </a:prstGeom>
            <a:noFill/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9B7799C-C114-1618-0F1A-303BF57CE50E}"/>
                </a:ext>
              </a:extLst>
            </p:cNvPr>
            <p:cNvSpPr/>
            <p:nvPr/>
          </p:nvSpPr>
          <p:spPr>
            <a:xfrm>
              <a:off x="3159885" y="3776404"/>
              <a:ext cx="3840801" cy="811272"/>
            </a:xfrm>
            <a:prstGeom prst="rect">
              <a:avLst/>
            </a:prstGeom>
            <a:noFill/>
            <a:ln w="12700"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40EE224-638A-E765-627F-C6463E4B2672}"/>
                </a:ext>
              </a:extLst>
            </p:cNvPr>
            <p:cNvCxnSpPr>
              <a:cxnSpLocks/>
            </p:cNvCxnSpPr>
            <p:nvPr/>
          </p:nvCxnSpPr>
          <p:spPr>
            <a:xfrm>
              <a:off x="3828206" y="4201347"/>
              <a:ext cx="1266825" cy="0"/>
            </a:xfrm>
            <a:prstGeom prst="line">
              <a:avLst/>
            </a:prstGeom>
            <a:ln w="5715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66CBCAD7-5330-A3C2-4629-A85F321358EC}"/>
                </a:ext>
              </a:extLst>
            </p:cNvPr>
            <p:cNvCxnSpPr>
              <a:cxnSpLocks/>
            </p:cNvCxnSpPr>
            <p:nvPr/>
          </p:nvCxnSpPr>
          <p:spPr>
            <a:xfrm>
              <a:off x="5095031" y="4201347"/>
              <a:ext cx="1281112" cy="0"/>
            </a:xfrm>
            <a:prstGeom prst="line">
              <a:avLst/>
            </a:prstGeom>
            <a:ln w="57150"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91459D5-49FE-AF00-220E-3E831ABFC577}"/>
                </a:ext>
              </a:extLst>
            </p:cNvPr>
            <p:cNvCxnSpPr>
              <a:cxnSpLocks/>
            </p:cNvCxnSpPr>
            <p:nvPr/>
          </p:nvCxnSpPr>
          <p:spPr>
            <a:xfrm>
              <a:off x="4887861" y="4145117"/>
              <a:ext cx="395287" cy="0"/>
            </a:xfrm>
            <a:prstGeom prst="line">
              <a:avLst/>
            </a:prstGeom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8AE39DC1-6E5D-BB1A-2677-8B0A1122C93C}"/>
                </a:ext>
              </a:extLst>
            </p:cNvPr>
            <p:cNvCxnSpPr>
              <a:cxnSpLocks/>
            </p:cNvCxnSpPr>
            <p:nvPr/>
          </p:nvCxnSpPr>
          <p:spPr>
            <a:xfrm>
              <a:off x="3961548" y="4258497"/>
              <a:ext cx="395287" cy="0"/>
            </a:xfrm>
            <a:prstGeom prst="line">
              <a:avLst/>
            </a:prstGeom>
            <a:ln w="571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94D0E84-FD4A-A7D7-EC3F-C86184C604FD}"/>
                </a:ext>
              </a:extLst>
            </p:cNvPr>
            <p:cNvSpPr txBox="1"/>
            <p:nvPr/>
          </p:nvSpPr>
          <p:spPr>
            <a:xfrm>
              <a:off x="3234480" y="4099476"/>
              <a:ext cx="64152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5’ C12 amine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E65E602-54E7-E5F4-6CA1-6DF23B36E5AD}"/>
                </a:ext>
              </a:extLst>
            </p:cNvPr>
            <p:cNvSpPr txBox="1"/>
            <p:nvPr/>
          </p:nvSpPr>
          <p:spPr>
            <a:xfrm>
              <a:off x="6349437" y="4116939"/>
              <a:ext cx="598241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3’ C6 amine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127815D-9B55-7BFB-BB98-86FB422464DC}"/>
                </a:ext>
              </a:extLst>
            </p:cNvPr>
            <p:cNvCxnSpPr>
              <a:cxnSpLocks/>
            </p:cNvCxnSpPr>
            <p:nvPr/>
          </p:nvCxnSpPr>
          <p:spPr>
            <a:xfrm>
              <a:off x="5216919" y="4064141"/>
              <a:ext cx="395287" cy="0"/>
            </a:xfrm>
            <a:prstGeom prst="line">
              <a:avLst/>
            </a:prstGeom>
            <a:ln w="57150"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84BD8000-1C23-A1F8-B04D-F3160A1104F1}"/>
                </a:ext>
              </a:extLst>
            </p:cNvPr>
            <p:cNvSpPr txBox="1"/>
            <p:nvPr/>
          </p:nvSpPr>
          <p:spPr>
            <a:xfrm>
              <a:off x="4001890" y="4268299"/>
              <a:ext cx="30489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fwd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2A39F8E-ADD4-470E-A5B9-D5292C81D8C0}"/>
                </a:ext>
              </a:extLst>
            </p:cNvPr>
            <p:cNvSpPr txBox="1"/>
            <p:nvPr/>
          </p:nvSpPr>
          <p:spPr>
            <a:xfrm>
              <a:off x="5254949" y="3881222"/>
              <a:ext cx="292068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rev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B8804F4-0AC8-36B7-CA2C-4E8281ECFF6E}"/>
                </a:ext>
              </a:extLst>
            </p:cNvPr>
            <p:cNvSpPr txBox="1"/>
            <p:nvPr/>
          </p:nvSpPr>
          <p:spPr>
            <a:xfrm>
              <a:off x="4892190" y="3959741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splint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41196BB0-E2AB-087D-64CE-68F1707BA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68154" y="2397866"/>
              <a:ext cx="564273" cy="517785"/>
            </a:xfrm>
            <a:prstGeom prst="rect">
              <a:avLst/>
            </a:prstGeom>
          </p:spPr>
        </p:pic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0B13161-612E-5157-F8C7-6DC70829C3C4}"/>
                </a:ext>
              </a:extLst>
            </p:cNvPr>
            <p:cNvCxnSpPr>
              <a:cxnSpLocks/>
            </p:cNvCxnSpPr>
            <p:nvPr/>
          </p:nvCxnSpPr>
          <p:spPr>
            <a:xfrm>
              <a:off x="4650755" y="2484083"/>
              <a:ext cx="291380" cy="51070"/>
            </a:xfrm>
            <a:prstGeom prst="line">
              <a:avLst/>
            </a:prstGeom>
            <a:ln w="57150"/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537A51A-AFDE-8974-1874-CDF8798F21E3}"/>
                </a:ext>
              </a:extLst>
            </p:cNvPr>
            <p:cNvCxnSpPr>
              <a:cxnSpLocks/>
            </p:cNvCxnSpPr>
            <p:nvPr/>
          </p:nvCxnSpPr>
          <p:spPr>
            <a:xfrm>
              <a:off x="4960933" y="2394797"/>
              <a:ext cx="301674" cy="101191"/>
            </a:xfrm>
            <a:prstGeom prst="line">
              <a:avLst/>
            </a:prstGeom>
            <a:ln w="57150">
              <a:solidFill>
                <a:srgbClr val="00B050"/>
              </a:solidFill>
            </a:ln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3A89DCC2-D85E-D876-4ECA-34EBD12DE5F3}"/>
                </a:ext>
              </a:extLst>
            </p:cNvPr>
            <p:cNvGrpSpPr/>
            <p:nvPr/>
          </p:nvGrpSpPr>
          <p:grpSpPr>
            <a:xfrm>
              <a:off x="4570576" y="2465542"/>
              <a:ext cx="221094" cy="478744"/>
              <a:chOff x="5434368" y="93912"/>
              <a:chExt cx="311448" cy="653467"/>
            </a:xfrm>
            <a:solidFill>
              <a:schemeClr val="accent1"/>
            </a:solidFill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5B2E1FB-FB91-7B9C-7745-E7952F54870A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77D569A5-DB9F-931B-B906-30E958E302EB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7A8DAD98-08E3-EFF5-ED74-7D766662E709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BB543722-17AF-AD26-3214-4F06E70EA57E}"/>
                </a:ext>
              </a:extLst>
            </p:cNvPr>
            <p:cNvGrpSpPr/>
            <p:nvPr/>
          </p:nvGrpSpPr>
          <p:grpSpPr>
            <a:xfrm>
              <a:off x="5123592" y="2462293"/>
              <a:ext cx="221094" cy="478744"/>
              <a:chOff x="5434368" y="93912"/>
              <a:chExt cx="311448" cy="653467"/>
            </a:xfrm>
            <a:solidFill>
              <a:srgbClr val="00B050"/>
            </a:solidFill>
          </p:grpSpPr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5088CCE9-70A4-BE4D-8C2D-65653BF0829A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DA763353-6CC8-74A4-9015-98D955597FEB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02441EA-01D5-B4EB-19FE-E41B162ED974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FA55F10F-0C95-3A17-BD9A-17B03A202C2A}"/>
                </a:ext>
              </a:extLst>
            </p:cNvPr>
            <p:cNvGrpSpPr/>
            <p:nvPr/>
          </p:nvGrpSpPr>
          <p:grpSpPr>
            <a:xfrm rot="10800000">
              <a:off x="4597719" y="3043515"/>
              <a:ext cx="221094" cy="478744"/>
              <a:chOff x="5434368" y="93912"/>
              <a:chExt cx="311448" cy="653467"/>
            </a:xfrm>
            <a:solidFill>
              <a:srgbClr val="00B0F0"/>
            </a:solidFill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76C21161-AC1A-3658-29F2-8776F02693D2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B1D19C8C-CE32-E14E-0EEE-44FC82FAACD8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81C8E4B8-ED88-A512-1A0A-82895470EE49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FC5499D-B0D9-3D16-2B3B-B36250121989}"/>
                </a:ext>
              </a:extLst>
            </p:cNvPr>
            <p:cNvGrpSpPr/>
            <p:nvPr/>
          </p:nvGrpSpPr>
          <p:grpSpPr>
            <a:xfrm>
              <a:off x="4781214" y="2832956"/>
              <a:ext cx="364202" cy="270581"/>
              <a:chOff x="1893889" y="1816328"/>
              <a:chExt cx="364202" cy="270581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43D788C-1E2D-C095-3CBE-125AFE4710B7}"/>
                  </a:ext>
                </a:extLst>
              </p:cNvPr>
              <p:cNvSpPr/>
              <p:nvPr/>
            </p:nvSpPr>
            <p:spPr>
              <a:xfrm>
                <a:off x="1929695" y="1816328"/>
                <a:ext cx="282441" cy="270581"/>
              </a:xfrm>
              <a:prstGeom prst="ellipse">
                <a:avLst/>
              </a:prstGeom>
              <a:solidFill>
                <a:srgbClr val="FFFF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68FC43C6-4F27-EE89-A362-A06083530441}"/>
                  </a:ext>
                </a:extLst>
              </p:cNvPr>
              <p:cNvSpPr txBox="1"/>
              <p:nvPr/>
            </p:nvSpPr>
            <p:spPr>
              <a:xfrm>
                <a:off x="1893889" y="1836738"/>
                <a:ext cx="364202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900">
                    <a:latin typeface="Helvetica" panose="020B0604020202020204" pitchFamily="34" charset="0"/>
                    <a:cs typeface="Helvetica" panose="020B0604020202020204" pitchFamily="34" charset="0"/>
                  </a:rPr>
                  <a:t>Nf</a:t>
                </a:r>
                <a:r>
                  <a:rPr lang="en-US" sz="900" dirty="0">
                    <a:latin typeface="Helvetica" panose="020B0604020202020204" pitchFamily="34" charset="0"/>
                    <a:cs typeface="Helvetica" panose="020B0604020202020204" pitchFamily="34" charset="0"/>
                  </a:rPr>
                  <a:t>L</a:t>
                </a:r>
                <a:endParaRPr lang="en-AU" sz="900" dirty="0">
                  <a:latin typeface="Helvetica" panose="020B0604020202020204" pitchFamily="34" charset="0"/>
                  <a:cs typeface="Helvetica" panose="020B0604020202020204" pitchFamily="34" charset="0"/>
                </a:endParaRPr>
              </a:p>
            </p:txBody>
          </p:sp>
        </p:grp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38D891E-4DA0-E34C-98B8-6A21F4425CA6}"/>
                </a:ext>
              </a:extLst>
            </p:cNvPr>
            <p:cNvCxnSpPr>
              <a:cxnSpLocks/>
            </p:cNvCxnSpPr>
            <p:nvPr/>
          </p:nvCxnSpPr>
          <p:spPr>
            <a:xfrm>
              <a:off x="4503400" y="3522259"/>
              <a:ext cx="889308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A02D26D-E781-B87C-3F93-A8A1DF016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54603" y="1770678"/>
              <a:ext cx="809913" cy="270582"/>
            </a:xfrm>
            <a:prstGeom prst="rect">
              <a:avLst/>
            </a:prstGeom>
          </p:spPr>
        </p:pic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AA19D6D-AB49-32F1-CDA0-495AC4AF4D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0679" y="2619573"/>
              <a:ext cx="1539" cy="1156831"/>
            </a:xfrm>
            <a:prstGeom prst="line">
              <a:avLst/>
            </a:prstGeom>
            <a:ln w="12700">
              <a:prstDash val="sys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61" name="Picture 60" descr="A computer with a small screen&#10;&#10;AI-generated content may be incorrect.">
              <a:extLst>
                <a:ext uri="{FF2B5EF4-FFF2-40B4-BE49-F238E27FC236}">
                  <a16:creationId xmlns:a16="http://schemas.microsoft.com/office/drawing/2014/main" id="{B15081E6-E0C9-1146-8633-D42252BCA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53593" y="1323557"/>
              <a:ext cx="927448" cy="927448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6ECC2C2-0C82-F22D-EC31-A51EBB882EA9}"/>
                </a:ext>
              </a:extLst>
            </p:cNvPr>
            <p:cNvSpPr txBox="1"/>
            <p:nvPr/>
          </p:nvSpPr>
          <p:spPr>
            <a:xfrm>
              <a:off x="4953783" y="4406192"/>
              <a:ext cx="52450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T4 Ligase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A181274-7470-5F8D-F435-85CDCE7FF60E}"/>
                </a:ext>
              </a:extLst>
            </p:cNvPr>
            <p:cNvSpPr txBox="1"/>
            <p:nvPr/>
          </p:nvSpPr>
          <p:spPr>
            <a:xfrm>
              <a:off x="4529338" y="3552294"/>
              <a:ext cx="817853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incubate overnight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B94A744-3228-0C1E-6424-8F4B7F36692B}"/>
                </a:ext>
              </a:extLst>
            </p:cNvPr>
            <p:cNvSpPr txBox="1"/>
            <p:nvPr/>
          </p:nvSpPr>
          <p:spPr>
            <a:xfrm>
              <a:off x="5495176" y="2718503"/>
              <a:ext cx="365806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wash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F75066F4-927A-0CDF-258B-C6BF0631FDED}"/>
                </a:ext>
              </a:extLst>
            </p:cNvPr>
            <p:cNvSpPr/>
            <p:nvPr/>
          </p:nvSpPr>
          <p:spPr>
            <a:xfrm>
              <a:off x="5613523" y="2914378"/>
              <a:ext cx="143660" cy="194359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6" name="Arrow: Right 65">
              <a:extLst>
                <a:ext uri="{FF2B5EF4-FFF2-40B4-BE49-F238E27FC236}">
                  <a16:creationId xmlns:a16="http://schemas.microsoft.com/office/drawing/2014/main" id="{CEAB8A5D-537A-F4F2-38EE-A1C266C08EFC}"/>
                </a:ext>
              </a:extLst>
            </p:cNvPr>
            <p:cNvSpPr/>
            <p:nvPr/>
          </p:nvSpPr>
          <p:spPr>
            <a:xfrm>
              <a:off x="4088439" y="2919638"/>
              <a:ext cx="143660" cy="194359"/>
            </a:xfrm>
            <a:prstGeom prst="rightArrow">
              <a:avLst/>
            </a:prstGeom>
            <a:solidFill>
              <a:srgbClr val="FF9999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67" name="Picture 66" descr="A cartoon of a pink liquid&#10;&#10;AI-generated content may be incorrect.">
              <a:extLst>
                <a:ext uri="{FF2B5EF4-FFF2-40B4-BE49-F238E27FC236}">
                  <a16:creationId xmlns:a16="http://schemas.microsoft.com/office/drawing/2014/main" id="{8B9FF94D-332D-3DEE-813E-A301B595D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81011" y="1380992"/>
              <a:ext cx="211823" cy="657116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FEF3FD8-1A6C-39B2-AA3F-7F42B9C9A7B8}"/>
                </a:ext>
              </a:extLst>
            </p:cNvPr>
            <p:cNvSpPr txBox="1"/>
            <p:nvPr/>
          </p:nvSpPr>
          <p:spPr>
            <a:xfrm>
              <a:off x="3133735" y="2128935"/>
              <a:ext cx="92204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mix sample with AOC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EBAF310-E36C-625F-3A8B-4AFA509DA1FA}"/>
                </a:ext>
              </a:extLst>
            </p:cNvPr>
            <p:cNvSpPr txBox="1"/>
            <p:nvPr/>
          </p:nvSpPr>
          <p:spPr>
            <a:xfrm>
              <a:off x="3235227" y="3557237"/>
              <a:ext cx="649537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incubate 2hrs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A22E5E6-6726-A0A5-D338-22DFACFEA3B9}"/>
                </a:ext>
              </a:extLst>
            </p:cNvPr>
            <p:cNvSpPr txBox="1"/>
            <p:nvPr/>
          </p:nvSpPr>
          <p:spPr>
            <a:xfrm>
              <a:off x="4382106" y="2070528"/>
              <a:ext cx="113043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capture immunocomplexes </a:t>
              </a:r>
            </a:p>
            <a:p>
              <a:pPr algn="ctr"/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on plate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90E1A7A-D2A9-A6D3-AEEB-0B20A74292C9}"/>
                </a:ext>
              </a:extLst>
            </p:cNvPr>
            <p:cNvSpPr txBox="1"/>
            <p:nvPr/>
          </p:nvSpPr>
          <p:spPr>
            <a:xfrm>
              <a:off x="3897013" y="2735325"/>
              <a:ext cx="530915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transfer to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A20CE65B-E7B1-F128-93FB-AD56E608E821}"/>
                </a:ext>
              </a:extLst>
            </p:cNvPr>
            <p:cNvSpPr txBox="1"/>
            <p:nvPr/>
          </p:nvSpPr>
          <p:spPr>
            <a:xfrm>
              <a:off x="3846822" y="3103686"/>
              <a:ext cx="644834" cy="1846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qPCR plate</a:t>
              </a:r>
              <a:endParaRPr lang="en-AU" sz="140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BD6CBF1D-2644-1B18-0DEE-4BD77281A85E}"/>
                </a:ext>
              </a:extLst>
            </p:cNvPr>
            <p:cNvSpPr txBox="1"/>
            <p:nvPr/>
          </p:nvSpPr>
          <p:spPr>
            <a:xfrm>
              <a:off x="5373106" y="3103537"/>
              <a:ext cx="63991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add PCR mix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29FC8F0-05F8-68A0-2BB1-F246884CFC77}"/>
                </a:ext>
              </a:extLst>
            </p:cNvPr>
            <p:cNvSpPr txBox="1"/>
            <p:nvPr/>
          </p:nvSpPr>
          <p:spPr>
            <a:xfrm>
              <a:off x="6185034" y="3550345"/>
              <a:ext cx="639919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ligate &amp; cycle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AF7A3D8A-32E2-4BEA-5874-838756D223A3}"/>
                </a:ext>
              </a:extLst>
            </p:cNvPr>
            <p:cNvSpPr txBox="1"/>
            <p:nvPr/>
          </p:nvSpPr>
          <p:spPr>
            <a:xfrm>
              <a:off x="6315387" y="2130722"/>
              <a:ext cx="391454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>
                  <a:latin typeface="Helvetica" panose="020B0604020202020204" pitchFamily="34" charset="0"/>
                  <a:cs typeface="Helvetica" panose="020B0604020202020204" pitchFamily="34" charset="0"/>
                </a:rPr>
                <a:t>qPCR</a:t>
              </a:r>
              <a:endParaRPr lang="en-AU" sz="6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2525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4C7423F-0ACB-0A8F-F7D7-923ABA5C5333}"/>
              </a:ext>
            </a:extLst>
          </p:cNvPr>
          <p:cNvCxnSpPr>
            <a:cxnSpLocks/>
          </p:cNvCxnSpPr>
          <p:nvPr/>
        </p:nvCxnSpPr>
        <p:spPr>
          <a:xfrm flipV="1">
            <a:off x="1306230" y="1815423"/>
            <a:ext cx="292050" cy="1"/>
          </a:xfrm>
          <a:prstGeom prst="line">
            <a:avLst/>
          </a:prstGeom>
          <a:ln w="57150"/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8E07D77-862D-E6FE-DE56-98E698FE579C}"/>
              </a:ext>
            </a:extLst>
          </p:cNvPr>
          <p:cNvCxnSpPr>
            <a:cxnSpLocks/>
          </p:cNvCxnSpPr>
          <p:nvPr/>
        </p:nvCxnSpPr>
        <p:spPr>
          <a:xfrm>
            <a:off x="1597610" y="1815423"/>
            <a:ext cx="322854" cy="0"/>
          </a:xfrm>
          <a:prstGeom prst="line">
            <a:avLst/>
          </a:prstGeom>
          <a:ln w="57150">
            <a:solidFill>
              <a:srgbClr val="00B050"/>
            </a:solidFill>
          </a:ln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35E38244-D120-790F-4B2A-B63AA126CCC5}"/>
              </a:ext>
            </a:extLst>
          </p:cNvPr>
          <p:cNvGrpSpPr/>
          <p:nvPr/>
        </p:nvGrpSpPr>
        <p:grpSpPr>
          <a:xfrm>
            <a:off x="1226051" y="1799264"/>
            <a:ext cx="221094" cy="478744"/>
            <a:chOff x="5434368" y="93912"/>
            <a:chExt cx="311448" cy="653467"/>
          </a:xfrm>
          <a:solidFill>
            <a:schemeClr val="accent1"/>
          </a:solidFill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C7DDE94-1E73-1572-49B8-3D56E4040F3B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E57394A-BCCE-9614-379C-C30D6C2BDCAE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AA079B-D18A-E214-1AF0-55BC946DE186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1970B4-9DCC-ECF4-7DB3-72FD9D621685}"/>
              </a:ext>
            </a:extLst>
          </p:cNvPr>
          <p:cNvGrpSpPr/>
          <p:nvPr/>
        </p:nvGrpSpPr>
        <p:grpSpPr>
          <a:xfrm>
            <a:off x="1779067" y="1796015"/>
            <a:ext cx="221094" cy="478744"/>
            <a:chOff x="5434368" y="93912"/>
            <a:chExt cx="311448" cy="653467"/>
          </a:xfrm>
          <a:solidFill>
            <a:srgbClr val="00B050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F208A0-E6D0-B39E-08EB-0E079A134B56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30B06F-C377-F009-DC51-A35331EDDC05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13D6AE-1688-14C7-B98B-DEDB353F1A7A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22E6176-C958-C8D4-2084-5B334E59B2CE}"/>
              </a:ext>
            </a:extLst>
          </p:cNvPr>
          <p:cNvGrpSpPr/>
          <p:nvPr/>
        </p:nvGrpSpPr>
        <p:grpSpPr>
          <a:xfrm rot="10800000">
            <a:off x="1253194" y="2377237"/>
            <a:ext cx="221094" cy="478744"/>
            <a:chOff x="5434368" y="93912"/>
            <a:chExt cx="311448" cy="653467"/>
          </a:xfrm>
          <a:solidFill>
            <a:srgbClr val="00B0F0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79FC830-5FCC-5194-A727-B6336F1E9BFA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E519D8B-5E58-BCB2-49DD-98B160B1CED8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553264C-A312-1C9A-D8BD-AD32DED1011D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3B388F8-01D7-1C88-7125-C8DB216372D5}"/>
              </a:ext>
            </a:extLst>
          </p:cNvPr>
          <p:cNvGrpSpPr/>
          <p:nvPr/>
        </p:nvGrpSpPr>
        <p:grpSpPr>
          <a:xfrm>
            <a:off x="1436689" y="2166678"/>
            <a:ext cx="364202" cy="270581"/>
            <a:chOff x="1893889" y="1816328"/>
            <a:chExt cx="364202" cy="270581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1F946EF-C2B7-7FB4-D5DF-6567F305CE2F}"/>
                </a:ext>
              </a:extLst>
            </p:cNvPr>
            <p:cNvSpPr/>
            <p:nvPr/>
          </p:nvSpPr>
          <p:spPr>
            <a:xfrm>
              <a:off x="1929695" y="1816328"/>
              <a:ext cx="282441" cy="27058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6460C2B-A149-0AA7-176A-6E33B8DBB589}"/>
                </a:ext>
              </a:extLst>
            </p:cNvPr>
            <p:cNvSpPr txBox="1"/>
            <p:nvPr/>
          </p:nvSpPr>
          <p:spPr>
            <a:xfrm>
              <a:off x="1893889" y="1836738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Helvetica" panose="020B0604020202020204" pitchFamily="34" charset="0"/>
                  <a:cs typeface="Helvetica" panose="020B0604020202020204" pitchFamily="34" charset="0"/>
                </a:rPr>
                <a:t>Nf</a:t>
              </a:r>
              <a:r>
                <a:rPr lang="en-US" sz="900" dirty="0">
                  <a:latin typeface="Helvetica" panose="020B0604020202020204" pitchFamily="34" charset="0"/>
                  <a:cs typeface="Helvetica" panose="020B0604020202020204" pitchFamily="34" charset="0"/>
                </a:rPr>
                <a:t>L</a:t>
              </a:r>
              <a:endParaRPr lang="en-AU" sz="9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9B176A-F31D-C8DB-A676-00075EF6397D}"/>
              </a:ext>
            </a:extLst>
          </p:cNvPr>
          <p:cNvCxnSpPr>
            <a:cxnSpLocks/>
          </p:cNvCxnSpPr>
          <p:nvPr/>
        </p:nvCxnSpPr>
        <p:spPr>
          <a:xfrm>
            <a:off x="790575" y="2855981"/>
            <a:ext cx="131445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Partial Circle 25">
            <a:extLst>
              <a:ext uri="{FF2B5EF4-FFF2-40B4-BE49-F238E27FC236}">
                <a16:creationId xmlns:a16="http://schemas.microsoft.com/office/drawing/2014/main" id="{C730EF93-1BE4-5ED2-CE3F-74B6BEE454E9}"/>
              </a:ext>
            </a:extLst>
          </p:cNvPr>
          <p:cNvSpPr/>
          <p:nvPr/>
        </p:nvSpPr>
        <p:spPr>
          <a:xfrm rot="4816631">
            <a:off x="1358143" y="1356588"/>
            <a:ext cx="314325" cy="307777"/>
          </a:xfrm>
          <a:prstGeom prst="pi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9C4E1D-DEE7-C377-0F0D-347980A56EAD}"/>
              </a:ext>
            </a:extLst>
          </p:cNvPr>
          <p:cNvSpPr txBox="1"/>
          <p:nvPr/>
        </p:nvSpPr>
        <p:spPr>
          <a:xfrm>
            <a:off x="756585" y="1249247"/>
            <a:ext cx="6912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Helvetica" panose="020B0604020202020204" pitchFamily="34" charset="0"/>
                <a:cs typeface="Helvetica" panose="020B0604020202020204" pitchFamily="34" charset="0"/>
              </a:rPr>
              <a:t>T4 Ligase</a:t>
            </a:r>
            <a:endParaRPr lang="en-AU" sz="9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0958E61-9502-00D2-D9E8-B2098E64C9B6}"/>
              </a:ext>
            </a:extLst>
          </p:cNvPr>
          <p:cNvCxnSpPr>
            <a:cxnSpLocks/>
          </p:cNvCxnSpPr>
          <p:nvPr/>
        </p:nvCxnSpPr>
        <p:spPr>
          <a:xfrm>
            <a:off x="1505779" y="1782283"/>
            <a:ext cx="187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F04EFB89-A157-ABC3-6452-92E1D241D9BD}"/>
              </a:ext>
            </a:extLst>
          </p:cNvPr>
          <p:cNvSpPr/>
          <p:nvPr/>
        </p:nvSpPr>
        <p:spPr>
          <a:xfrm>
            <a:off x="1254767" y="1696134"/>
            <a:ext cx="721671" cy="243611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79B8B5F-C7EB-2EC9-567B-7F5CDD6DB322}"/>
              </a:ext>
            </a:extLst>
          </p:cNvPr>
          <p:cNvSpPr/>
          <p:nvPr/>
        </p:nvSpPr>
        <p:spPr>
          <a:xfrm>
            <a:off x="2463494" y="2030173"/>
            <a:ext cx="3840801" cy="8112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4FB442-02CD-4676-C6CC-D0200B42F731}"/>
              </a:ext>
            </a:extLst>
          </p:cNvPr>
          <p:cNvCxnSpPr>
            <a:cxnSpLocks/>
          </p:cNvCxnSpPr>
          <p:nvPr/>
        </p:nvCxnSpPr>
        <p:spPr>
          <a:xfrm>
            <a:off x="3131815" y="2455116"/>
            <a:ext cx="1266825" cy="0"/>
          </a:xfrm>
          <a:prstGeom prst="line">
            <a:avLst/>
          </a:prstGeom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93676F9-8BFB-98C0-4686-45DE307F38D4}"/>
              </a:ext>
            </a:extLst>
          </p:cNvPr>
          <p:cNvCxnSpPr>
            <a:cxnSpLocks/>
          </p:cNvCxnSpPr>
          <p:nvPr/>
        </p:nvCxnSpPr>
        <p:spPr>
          <a:xfrm>
            <a:off x="4398640" y="2455116"/>
            <a:ext cx="1281112" cy="0"/>
          </a:xfrm>
          <a:prstGeom prst="line">
            <a:avLst/>
          </a:prstGeom>
          <a:ln w="5715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67E1375-2573-93E8-63C5-065B2D653D1A}"/>
              </a:ext>
            </a:extLst>
          </p:cNvPr>
          <p:cNvCxnSpPr>
            <a:cxnSpLocks/>
          </p:cNvCxnSpPr>
          <p:nvPr/>
        </p:nvCxnSpPr>
        <p:spPr>
          <a:xfrm>
            <a:off x="4191470" y="2398886"/>
            <a:ext cx="395287" cy="0"/>
          </a:xfrm>
          <a:prstGeom prst="line">
            <a:avLst/>
          </a:prstGeom>
          <a:ln w="571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19A6446-9157-F408-5014-1A0C1EB56F6F}"/>
              </a:ext>
            </a:extLst>
          </p:cNvPr>
          <p:cNvCxnSpPr>
            <a:cxnSpLocks/>
          </p:cNvCxnSpPr>
          <p:nvPr/>
        </p:nvCxnSpPr>
        <p:spPr>
          <a:xfrm>
            <a:off x="3265157" y="2512266"/>
            <a:ext cx="395287" cy="0"/>
          </a:xfrm>
          <a:prstGeom prst="line">
            <a:avLst/>
          </a:prstGeom>
          <a:ln w="571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A2411AC-5FA1-44E0-044E-831E676DE603}"/>
              </a:ext>
            </a:extLst>
          </p:cNvPr>
          <p:cNvSpPr txBox="1"/>
          <p:nvPr/>
        </p:nvSpPr>
        <p:spPr>
          <a:xfrm>
            <a:off x="2484114" y="2350070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5’ C12 amine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2B1CCB-7AB0-368D-A817-989409120B48}"/>
              </a:ext>
            </a:extLst>
          </p:cNvPr>
          <p:cNvSpPr txBox="1"/>
          <p:nvPr/>
        </p:nvSpPr>
        <p:spPr>
          <a:xfrm>
            <a:off x="5646696" y="2354833"/>
            <a:ext cx="6623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3’ C6 amine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A25681C2-8A3C-6A8E-8CFC-31B7ADD3BC47}"/>
              </a:ext>
            </a:extLst>
          </p:cNvPr>
          <p:cNvCxnSpPr>
            <a:cxnSpLocks/>
          </p:cNvCxnSpPr>
          <p:nvPr/>
        </p:nvCxnSpPr>
        <p:spPr>
          <a:xfrm>
            <a:off x="4520528" y="2317910"/>
            <a:ext cx="395287" cy="0"/>
          </a:xfrm>
          <a:prstGeom prst="line">
            <a:avLst/>
          </a:prstGeom>
          <a:ln w="571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0593C26-A8B1-2F31-B4DF-F204F14128FC}"/>
              </a:ext>
            </a:extLst>
          </p:cNvPr>
          <p:cNvSpPr txBox="1"/>
          <p:nvPr/>
        </p:nvSpPr>
        <p:spPr>
          <a:xfrm>
            <a:off x="3305499" y="2496668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fwd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5CBCE4D-6976-86EE-5DBF-A12492585581}"/>
              </a:ext>
            </a:extLst>
          </p:cNvPr>
          <p:cNvSpPr txBox="1"/>
          <p:nvPr/>
        </p:nvSpPr>
        <p:spPr>
          <a:xfrm>
            <a:off x="4558558" y="2134991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rev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0FA0844-B221-F689-E3E1-1847B23D1AF5}"/>
              </a:ext>
            </a:extLst>
          </p:cNvPr>
          <p:cNvSpPr txBox="1"/>
          <p:nvPr/>
        </p:nvSpPr>
        <p:spPr>
          <a:xfrm>
            <a:off x="4195799" y="2213510"/>
            <a:ext cx="3930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splint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8915D9D-DFED-5239-4AA6-2C4D7982C9EB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1976438" y="1817940"/>
            <a:ext cx="495117" cy="1023505"/>
          </a:xfrm>
          <a:prstGeom prst="line">
            <a:avLst/>
          </a:prstGeom>
          <a:ln w="952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5A2C198-4D06-08D3-7A0A-A6AD5DFB6D2E}"/>
              </a:ext>
            </a:extLst>
          </p:cNvPr>
          <p:cNvCxnSpPr>
            <a:cxnSpLocks/>
          </p:cNvCxnSpPr>
          <p:nvPr/>
        </p:nvCxnSpPr>
        <p:spPr>
          <a:xfrm>
            <a:off x="1976438" y="1825533"/>
            <a:ext cx="487056" cy="202942"/>
          </a:xfrm>
          <a:prstGeom prst="line">
            <a:avLst/>
          </a:prstGeom>
          <a:ln w="952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316D4AD-0974-6631-5BE1-E4E28DDFD009}"/>
              </a:ext>
            </a:extLst>
          </p:cNvPr>
          <p:cNvGrpSpPr/>
          <p:nvPr/>
        </p:nvGrpSpPr>
        <p:grpSpPr>
          <a:xfrm rot="20335646">
            <a:off x="2412678" y="553793"/>
            <a:ext cx="372229" cy="478744"/>
            <a:chOff x="851530" y="1744348"/>
            <a:chExt cx="372229" cy="478744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353ACD3-D1FA-8D4E-1913-E39285EC19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709" y="1760507"/>
              <a:ext cx="292050" cy="1"/>
            </a:xfrm>
            <a:prstGeom prst="line">
              <a:avLst/>
            </a:prstGeom>
            <a:ln w="57150"/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11FC5B4-F880-EC58-7D61-F5D494C5874B}"/>
                </a:ext>
              </a:extLst>
            </p:cNvPr>
            <p:cNvGrpSpPr/>
            <p:nvPr/>
          </p:nvGrpSpPr>
          <p:grpSpPr>
            <a:xfrm>
              <a:off x="851530" y="1744348"/>
              <a:ext cx="221094" cy="478744"/>
              <a:chOff x="5434368" y="93912"/>
              <a:chExt cx="311448" cy="653467"/>
            </a:xfrm>
            <a:solidFill>
              <a:schemeClr val="accent1"/>
            </a:solidFill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D73B3380-CFFA-B674-AA99-54DC36DA082C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41BC186B-F9CD-7EDE-B653-94C32C93386D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199F548D-E7E5-F5D4-4D97-A66B22CDC96D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D92B56DF-5AE5-4A62-A183-6468BE57E129}"/>
              </a:ext>
            </a:extLst>
          </p:cNvPr>
          <p:cNvGrpSpPr/>
          <p:nvPr/>
        </p:nvGrpSpPr>
        <p:grpSpPr>
          <a:xfrm rot="1854976">
            <a:off x="2994893" y="299894"/>
            <a:ext cx="402551" cy="478744"/>
            <a:chOff x="1223089" y="1741099"/>
            <a:chExt cx="402551" cy="478744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ADC33A3-CB57-D0FA-C816-112968EF9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23089" y="1760507"/>
              <a:ext cx="322854" cy="0"/>
            </a:xfrm>
            <a:prstGeom prst="line">
              <a:avLst/>
            </a:prstGeom>
            <a:ln w="57150">
              <a:solidFill>
                <a:srgbClr val="00B050"/>
              </a:solidFill>
            </a:ln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B99DC5DD-E867-37F2-9536-BE761FDB6CE9}"/>
                </a:ext>
              </a:extLst>
            </p:cNvPr>
            <p:cNvGrpSpPr/>
            <p:nvPr/>
          </p:nvGrpSpPr>
          <p:grpSpPr>
            <a:xfrm>
              <a:off x="1404546" y="1741099"/>
              <a:ext cx="221094" cy="478744"/>
              <a:chOff x="5434368" y="93912"/>
              <a:chExt cx="311448" cy="653467"/>
            </a:xfrm>
            <a:solidFill>
              <a:srgbClr val="00B050"/>
            </a:solidFill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66404C90-0BE2-E7A9-B19A-3BF0CF7ED85C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B14FFB9E-E45C-6C79-B65E-B56A0579F1B4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C9D594A4-9EB8-53E4-46D1-DDE69B418F07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467A93B-2D96-BF23-BD95-C373F97CB799}"/>
              </a:ext>
            </a:extLst>
          </p:cNvPr>
          <p:cNvGrpSpPr/>
          <p:nvPr/>
        </p:nvGrpSpPr>
        <p:grpSpPr>
          <a:xfrm>
            <a:off x="2707311" y="876563"/>
            <a:ext cx="364202" cy="270581"/>
            <a:chOff x="1893889" y="1816328"/>
            <a:chExt cx="364202" cy="270581"/>
          </a:xfrm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0AFB4B14-C2BA-4016-EC3F-46B40EFC328D}"/>
                </a:ext>
              </a:extLst>
            </p:cNvPr>
            <p:cNvSpPr/>
            <p:nvPr/>
          </p:nvSpPr>
          <p:spPr>
            <a:xfrm>
              <a:off x="1929695" y="1816328"/>
              <a:ext cx="282441" cy="27058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BC2BDDE9-1F95-7911-578C-CCABD299A1C6}"/>
                </a:ext>
              </a:extLst>
            </p:cNvPr>
            <p:cNvSpPr txBox="1"/>
            <p:nvPr/>
          </p:nvSpPr>
          <p:spPr>
            <a:xfrm>
              <a:off x="1893889" y="1836738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Helvetica" panose="020B0604020202020204" pitchFamily="34" charset="0"/>
                  <a:cs typeface="Helvetica" panose="020B0604020202020204" pitchFamily="34" charset="0"/>
                </a:rPr>
                <a:t>Nf</a:t>
              </a:r>
              <a:r>
                <a:rPr lang="en-US" sz="900" dirty="0">
                  <a:latin typeface="Helvetica" panose="020B0604020202020204" pitchFamily="34" charset="0"/>
                  <a:cs typeface="Helvetica" panose="020B0604020202020204" pitchFamily="34" charset="0"/>
                </a:rPr>
                <a:t>L</a:t>
              </a:r>
              <a:endParaRPr lang="en-AU" sz="9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101" name="Connector: Curved 100">
            <a:extLst>
              <a:ext uri="{FF2B5EF4-FFF2-40B4-BE49-F238E27FC236}">
                <a16:creationId xmlns:a16="http://schemas.microsoft.com/office/drawing/2014/main" id="{80BBDFAA-C6EA-9EAC-0267-E0A4050883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14818" y="788942"/>
            <a:ext cx="551800" cy="378334"/>
          </a:xfrm>
          <a:prstGeom prst="curvedConnector3">
            <a:avLst>
              <a:gd name="adj1" fmla="val 10063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BD4E99C0-4701-0C9F-168D-67B626773511}"/>
              </a:ext>
            </a:extLst>
          </p:cNvPr>
          <p:cNvCxnSpPr>
            <a:cxnSpLocks/>
          </p:cNvCxnSpPr>
          <p:nvPr/>
        </p:nvCxnSpPr>
        <p:spPr>
          <a:xfrm flipV="1">
            <a:off x="1113805" y="4810451"/>
            <a:ext cx="292050" cy="1"/>
          </a:xfrm>
          <a:prstGeom prst="line">
            <a:avLst/>
          </a:prstGeom>
          <a:ln w="57150"/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42EB5D1D-1F9C-C9F2-5416-82526DA0B678}"/>
              </a:ext>
            </a:extLst>
          </p:cNvPr>
          <p:cNvCxnSpPr>
            <a:cxnSpLocks/>
          </p:cNvCxnSpPr>
          <p:nvPr/>
        </p:nvCxnSpPr>
        <p:spPr>
          <a:xfrm>
            <a:off x="1405185" y="4810451"/>
            <a:ext cx="322854" cy="0"/>
          </a:xfrm>
          <a:prstGeom prst="line">
            <a:avLst/>
          </a:prstGeom>
          <a:ln w="57150">
            <a:solidFill>
              <a:srgbClr val="00B050"/>
            </a:solidFill>
          </a:ln>
          <a:effectLst>
            <a:outerShdw blurRad="50800" dist="50800" dir="5400000" algn="ctr" rotWithShape="0">
              <a:schemeClr val="tx1">
                <a:alpha val="42000"/>
              </a:scheme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04AC5F92-0FE0-5947-A007-B4AD1EF4B756}"/>
              </a:ext>
            </a:extLst>
          </p:cNvPr>
          <p:cNvGrpSpPr/>
          <p:nvPr/>
        </p:nvGrpSpPr>
        <p:grpSpPr>
          <a:xfrm>
            <a:off x="1033626" y="4794292"/>
            <a:ext cx="221094" cy="478744"/>
            <a:chOff x="5434368" y="93912"/>
            <a:chExt cx="311448" cy="653467"/>
          </a:xfrm>
          <a:solidFill>
            <a:schemeClr val="accent1"/>
          </a:solidFill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C734CE84-AC82-C35C-E9FB-10CC2553193F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43D8A71F-128C-8237-A3A7-D0CD5FFB08F8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847E31B4-7677-7BFE-D845-DCC72FE784E0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39F617D5-319C-EE48-143D-D0053C56B253}"/>
              </a:ext>
            </a:extLst>
          </p:cNvPr>
          <p:cNvGrpSpPr/>
          <p:nvPr/>
        </p:nvGrpSpPr>
        <p:grpSpPr>
          <a:xfrm>
            <a:off x="1586642" y="4791043"/>
            <a:ext cx="221094" cy="478744"/>
            <a:chOff x="5434368" y="93912"/>
            <a:chExt cx="311448" cy="653467"/>
          </a:xfrm>
          <a:solidFill>
            <a:srgbClr val="00B050"/>
          </a:solidFill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730A34A9-3789-2BA7-DAB6-2C1945665893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7249AD95-531F-66C5-CEFF-351412400CEB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8B765ED4-AE14-B46E-1884-ABFEF24A5891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3D2F58B-698A-AB5D-94DB-9285E6FDCE0A}"/>
              </a:ext>
            </a:extLst>
          </p:cNvPr>
          <p:cNvGrpSpPr/>
          <p:nvPr/>
        </p:nvGrpSpPr>
        <p:grpSpPr>
          <a:xfrm rot="10800000">
            <a:off x="1060769" y="5372265"/>
            <a:ext cx="221094" cy="478744"/>
            <a:chOff x="5434368" y="93912"/>
            <a:chExt cx="311448" cy="653467"/>
          </a:xfrm>
          <a:solidFill>
            <a:srgbClr val="00B0F0"/>
          </a:solidFill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3D47DC50-731B-D6EB-1CB5-65030CAF4681}"/>
                </a:ext>
              </a:extLst>
            </p:cNvPr>
            <p:cNvSpPr/>
            <p:nvPr/>
          </p:nvSpPr>
          <p:spPr>
            <a:xfrm>
              <a:off x="5546293" y="93912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772EC1D-DA81-A9DD-E330-20EB85E8DC89}"/>
                </a:ext>
              </a:extLst>
            </p:cNvPr>
            <p:cNvSpPr/>
            <p:nvPr/>
          </p:nvSpPr>
          <p:spPr>
            <a:xfrm rot="2513120">
              <a:off x="5434368" y="370321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FE2BD18-B8D7-C408-6693-6448DDAF68AD}"/>
                </a:ext>
              </a:extLst>
            </p:cNvPr>
            <p:cNvSpPr/>
            <p:nvPr/>
          </p:nvSpPr>
          <p:spPr>
            <a:xfrm rot="19130173">
              <a:off x="5656847" y="378047"/>
              <a:ext cx="88969" cy="36933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93F92EC7-EC77-8585-83C8-7A920FE1F885}"/>
              </a:ext>
            </a:extLst>
          </p:cNvPr>
          <p:cNvGrpSpPr/>
          <p:nvPr/>
        </p:nvGrpSpPr>
        <p:grpSpPr>
          <a:xfrm>
            <a:off x="1244264" y="5161706"/>
            <a:ext cx="364202" cy="270581"/>
            <a:chOff x="1893889" y="1816328"/>
            <a:chExt cx="364202" cy="270581"/>
          </a:xfrm>
        </p:grpSpPr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526CA3ED-9B7B-8434-E9AF-D2B92DB01D23}"/>
                </a:ext>
              </a:extLst>
            </p:cNvPr>
            <p:cNvSpPr/>
            <p:nvPr/>
          </p:nvSpPr>
          <p:spPr>
            <a:xfrm>
              <a:off x="1929695" y="1816328"/>
              <a:ext cx="282441" cy="27058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1D7480B-05E0-6628-E0DB-64615BAAA711}"/>
                </a:ext>
              </a:extLst>
            </p:cNvPr>
            <p:cNvSpPr txBox="1"/>
            <p:nvPr/>
          </p:nvSpPr>
          <p:spPr>
            <a:xfrm>
              <a:off x="1893889" y="1836738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Helvetica" panose="020B0604020202020204" pitchFamily="34" charset="0"/>
                  <a:cs typeface="Helvetica" panose="020B0604020202020204" pitchFamily="34" charset="0"/>
                </a:rPr>
                <a:t>Nf</a:t>
              </a:r>
              <a:r>
                <a:rPr lang="en-US" sz="900" dirty="0">
                  <a:latin typeface="Helvetica" panose="020B0604020202020204" pitchFamily="34" charset="0"/>
                  <a:cs typeface="Helvetica" panose="020B0604020202020204" pitchFamily="34" charset="0"/>
                </a:rPr>
                <a:t>L</a:t>
              </a:r>
              <a:endParaRPr lang="en-AU" sz="9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28C4C7B-05B3-40DF-0AD2-AEABC56535AE}"/>
              </a:ext>
            </a:extLst>
          </p:cNvPr>
          <p:cNvCxnSpPr>
            <a:cxnSpLocks/>
          </p:cNvCxnSpPr>
          <p:nvPr/>
        </p:nvCxnSpPr>
        <p:spPr>
          <a:xfrm>
            <a:off x="966450" y="5851009"/>
            <a:ext cx="8893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2" name="Partial Circle 121">
            <a:extLst>
              <a:ext uri="{FF2B5EF4-FFF2-40B4-BE49-F238E27FC236}">
                <a16:creationId xmlns:a16="http://schemas.microsoft.com/office/drawing/2014/main" id="{0B09E36B-DC4A-B1A8-3040-FE8429E62262}"/>
              </a:ext>
            </a:extLst>
          </p:cNvPr>
          <p:cNvSpPr/>
          <p:nvPr/>
        </p:nvSpPr>
        <p:spPr>
          <a:xfrm rot="4816631">
            <a:off x="1165718" y="4351616"/>
            <a:ext cx="314325" cy="307777"/>
          </a:xfrm>
          <a:prstGeom prst="pi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tx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9D903232-0F64-9497-41BB-BB54361ABC33}"/>
              </a:ext>
            </a:extLst>
          </p:cNvPr>
          <p:cNvSpPr txBox="1"/>
          <p:nvPr/>
        </p:nvSpPr>
        <p:spPr>
          <a:xfrm>
            <a:off x="564160" y="4244275"/>
            <a:ext cx="6912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latin typeface="Helvetica" panose="020B0604020202020204" pitchFamily="34" charset="0"/>
                <a:cs typeface="Helvetica" panose="020B0604020202020204" pitchFamily="34" charset="0"/>
              </a:rPr>
              <a:t>T4 Ligase</a:t>
            </a:r>
            <a:endParaRPr lang="en-AU" sz="9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73491FAF-5FBE-B330-CE6C-3A5079A30905}"/>
              </a:ext>
            </a:extLst>
          </p:cNvPr>
          <p:cNvCxnSpPr>
            <a:cxnSpLocks/>
          </p:cNvCxnSpPr>
          <p:nvPr/>
        </p:nvCxnSpPr>
        <p:spPr>
          <a:xfrm>
            <a:off x="1313354" y="4777311"/>
            <a:ext cx="18774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EF10B457-9219-2F48-9236-44DFB03B6289}"/>
              </a:ext>
            </a:extLst>
          </p:cNvPr>
          <p:cNvSpPr/>
          <p:nvPr/>
        </p:nvSpPr>
        <p:spPr>
          <a:xfrm>
            <a:off x="1062342" y="4691162"/>
            <a:ext cx="721671" cy="243611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1D3A177-490E-9EB6-B41F-6AB100E66773}"/>
              </a:ext>
            </a:extLst>
          </p:cNvPr>
          <p:cNvSpPr/>
          <p:nvPr/>
        </p:nvSpPr>
        <p:spPr>
          <a:xfrm>
            <a:off x="594485" y="5981437"/>
            <a:ext cx="3840801" cy="81127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0B3F73FE-D406-9AA3-06EE-FFC086EF3B06}"/>
              </a:ext>
            </a:extLst>
          </p:cNvPr>
          <p:cNvCxnSpPr>
            <a:cxnSpLocks/>
          </p:cNvCxnSpPr>
          <p:nvPr/>
        </p:nvCxnSpPr>
        <p:spPr>
          <a:xfrm>
            <a:off x="1262806" y="6406380"/>
            <a:ext cx="1266825" cy="0"/>
          </a:xfrm>
          <a:prstGeom prst="line">
            <a:avLst/>
          </a:prstGeom>
          <a:ln w="571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F483CB98-372E-19BE-D80A-2506E2A85AEE}"/>
              </a:ext>
            </a:extLst>
          </p:cNvPr>
          <p:cNvCxnSpPr>
            <a:cxnSpLocks/>
          </p:cNvCxnSpPr>
          <p:nvPr/>
        </p:nvCxnSpPr>
        <p:spPr>
          <a:xfrm>
            <a:off x="2529631" y="6406380"/>
            <a:ext cx="1281112" cy="0"/>
          </a:xfrm>
          <a:prstGeom prst="line">
            <a:avLst/>
          </a:prstGeom>
          <a:ln w="57150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7BB2842A-389E-D5AB-2A8D-E635CB7E26A7}"/>
              </a:ext>
            </a:extLst>
          </p:cNvPr>
          <p:cNvCxnSpPr>
            <a:cxnSpLocks/>
          </p:cNvCxnSpPr>
          <p:nvPr/>
        </p:nvCxnSpPr>
        <p:spPr>
          <a:xfrm>
            <a:off x="2322461" y="6350150"/>
            <a:ext cx="395287" cy="0"/>
          </a:xfrm>
          <a:prstGeom prst="line">
            <a:avLst/>
          </a:prstGeom>
          <a:ln w="5715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458726BC-F4DF-B972-22E7-60829DB3AAE4}"/>
              </a:ext>
            </a:extLst>
          </p:cNvPr>
          <p:cNvCxnSpPr>
            <a:cxnSpLocks/>
          </p:cNvCxnSpPr>
          <p:nvPr/>
        </p:nvCxnSpPr>
        <p:spPr>
          <a:xfrm>
            <a:off x="1396148" y="6463530"/>
            <a:ext cx="395287" cy="0"/>
          </a:xfrm>
          <a:prstGeom prst="line">
            <a:avLst/>
          </a:prstGeom>
          <a:ln w="571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>
            <a:extLst>
              <a:ext uri="{FF2B5EF4-FFF2-40B4-BE49-F238E27FC236}">
                <a16:creationId xmlns:a16="http://schemas.microsoft.com/office/drawing/2014/main" id="{90AD272B-CC94-A7DB-3F1D-979D17510047}"/>
              </a:ext>
            </a:extLst>
          </p:cNvPr>
          <p:cNvSpPr txBox="1"/>
          <p:nvPr/>
        </p:nvSpPr>
        <p:spPr>
          <a:xfrm>
            <a:off x="615105" y="6301334"/>
            <a:ext cx="7120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5’ C12 amine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262C36C0-9661-2EDF-D041-4172AF10DB40}"/>
              </a:ext>
            </a:extLst>
          </p:cNvPr>
          <p:cNvSpPr txBox="1"/>
          <p:nvPr/>
        </p:nvSpPr>
        <p:spPr>
          <a:xfrm>
            <a:off x="3777687" y="6306097"/>
            <a:ext cx="6623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3’ C6 amine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B4C0BFF6-8D76-7CAC-FB17-3B787D843BDB}"/>
              </a:ext>
            </a:extLst>
          </p:cNvPr>
          <p:cNvCxnSpPr>
            <a:cxnSpLocks/>
          </p:cNvCxnSpPr>
          <p:nvPr/>
        </p:nvCxnSpPr>
        <p:spPr>
          <a:xfrm>
            <a:off x="2651519" y="6269174"/>
            <a:ext cx="395287" cy="0"/>
          </a:xfrm>
          <a:prstGeom prst="line">
            <a:avLst/>
          </a:prstGeom>
          <a:ln w="5715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E157CB33-8726-A52E-3FE0-574B5ED4457D}"/>
              </a:ext>
            </a:extLst>
          </p:cNvPr>
          <p:cNvSpPr txBox="1"/>
          <p:nvPr/>
        </p:nvSpPr>
        <p:spPr>
          <a:xfrm>
            <a:off x="1436490" y="6447932"/>
            <a:ext cx="3241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fwd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364438B-6D2C-6103-E3FB-60A55D5CC9E6}"/>
              </a:ext>
            </a:extLst>
          </p:cNvPr>
          <p:cNvSpPr txBox="1"/>
          <p:nvPr/>
        </p:nvSpPr>
        <p:spPr>
          <a:xfrm>
            <a:off x="2689549" y="6086255"/>
            <a:ext cx="3097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rev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9A0A3E-780A-F0D7-F3D6-F25EB6284667}"/>
              </a:ext>
            </a:extLst>
          </p:cNvPr>
          <p:cNvSpPr txBox="1"/>
          <p:nvPr/>
        </p:nvSpPr>
        <p:spPr>
          <a:xfrm>
            <a:off x="2326790" y="6164774"/>
            <a:ext cx="39305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>
                <a:latin typeface="Helvetica" panose="020B0604020202020204" pitchFamily="34" charset="0"/>
                <a:cs typeface="Helvetica" panose="020B0604020202020204" pitchFamily="34" charset="0"/>
              </a:rPr>
              <a:t>splint</a:t>
            </a:r>
            <a:endParaRPr lang="en-AU" sz="7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E0D21E1E-6030-7966-96C0-B3E14768D62C}"/>
              </a:ext>
            </a:extLst>
          </p:cNvPr>
          <p:cNvCxnSpPr>
            <a:cxnSpLocks/>
          </p:cNvCxnSpPr>
          <p:nvPr/>
        </p:nvCxnSpPr>
        <p:spPr>
          <a:xfrm flipH="1">
            <a:off x="593828" y="4932701"/>
            <a:ext cx="472762" cy="1045954"/>
          </a:xfrm>
          <a:prstGeom prst="line">
            <a:avLst/>
          </a:prstGeom>
          <a:ln w="9525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9EE78054-65B2-C80C-B12B-49E6F036BF1F}"/>
              </a:ext>
            </a:extLst>
          </p:cNvPr>
          <p:cNvGrpSpPr/>
          <p:nvPr/>
        </p:nvGrpSpPr>
        <p:grpSpPr>
          <a:xfrm rot="20335646">
            <a:off x="2220253" y="3548821"/>
            <a:ext cx="372229" cy="478744"/>
            <a:chOff x="851530" y="1744348"/>
            <a:chExt cx="372229" cy="478744"/>
          </a:xfrm>
        </p:grpSpPr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C1F37A0-42CE-57F1-4DBB-F41BD0437E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1709" y="1760507"/>
              <a:ext cx="292050" cy="1"/>
            </a:xfrm>
            <a:prstGeom prst="line">
              <a:avLst/>
            </a:prstGeom>
            <a:ln w="57150"/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1" name="Group 140">
              <a:extLst>
                <a:ext uri="{FF2B5EF4-FFF2-40B4-BE49-F238E27FC236}">
                  <a16:creationId xmlns:a16="http://schemas.microsoft.com/office/drawing/2014/main" id="{8E0B4C05-4355-C189-8EDE-976B7E05E37F}"/>
                </a:ext>
              </a:extLst>
            </p:cNvPr>
            <p:cNvGrpSpPr/>
            <p:nvPr/>
          </p:nvGrpSpPr>
          <p:grpSpPr>
            <a:xfrm>
              <a:off x="851530" y="1744348"/>
              <a:ext cx="221094" cy="478744"/>
              <a:chOff x="5434368" y="93912"/>
              <a:chExt cx="311448" cy="653467"/>
            </a:xfrm>
            <a:solidFill>
              <a:schemeClr val="accent1"/>
            </a:solidFill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0654C0EE-C084-EA2A-6AB2-324448B7AD19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2439A478-C72D-6DC8-4EFE-7D5BDAE51D02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B90AA63D-EEDE-37FC-D000-2C0B52F806BC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792C804E-4F5D-6C65-86C0-7F628B0EDCD0}"/>
              </a:ext>
            </a:extLst>
          </p:cNvPr>
          <p:cNvGrpSpPr/>
          <p:nvPr/>
        </p:nvGrpSpPr>
        <p:grpSpPr>
          <a:xfrm rot="1854976">
            <a:off x="2802468" y="3294922"/>
            <a:ext cx="402551" cy="478744"/>
            <a:chOff x="1223089" y="1741099"/>
            <a:chExt cx="402551" cy="478744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DA16073E-65C4-2A34-203F-914B43EB0965}"/>
                </a:ext>
              </a:extLst>
            </p:cNvPr>
            <p:cNvCxnSpPr>
              <a:cxnSpLocks/>
            </p:cNvCxnSpPr>
            <p:nvPr/>
          </p:nvCxnSpPr>
          <p:spPr>
            <a:xfrm>
              <a:off x="1223089" y="1760507"/>
              <a:ext cx="322854" cy="0"/>
            </a:xfrm>
            <a:prstGeom prst="line">
              <a:avLst/>
            </a:prstGeom>
            <a:ln w="57150">
              <a:solidFill>
                <a:srgbClr val="00B050"/>
              </a:solidFill>
            </a:ln>
            <a:effectLst>
              <a:outerShdw blurRad="50800" dist="50800" dir="5400000" algn="ctr" rotWithShape="0">
                <a:schemeClr val="tx1">
                  <a:alpha val="42000"/>
                </a:scheme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BE0A243E-D51E-1D7F-A781-5C8E1445E290}"/>
                </a:ext>
              </a:extLst>
            </p:cNvPr>
            <p:cNvGrpSpPr/>
            <p:nvPr/>
          </p:nvGrpSpPr>
          <p:grpSpPr>
            <a:xfrm>
              <a:off x="1404546" y="1741099"/>
              <a:ext cx="221094" cy="478744"/>
              <a:chOff x="5434368" y="93912"/>
              <a:chExt cx="311448" cy="653467"/>
            </a:xfrm>
            <a:solidFill>
              <a:srgbClr val="00B050"/>
            </a:solidFill>
          </p:grpSpPr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EC950E72-8274-A8AD-C1A1-96EE61D42704}"/>
                  </a:ext>
                </a:extLst>
              </p:cNvPr>
              <p:cNvSpPr/>
              <p:nvPr/>
            </p:nvSpPr>
            <p:spPr>
              <a:xfrm>
                <a:off x="5546293" y="93912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5431D5A4-FB25-FD89-8EBB-DB36E4E95D74}"/>
                  </a:ext>
                </a:extLst>
              </p:cNvPr>
              <p:cNvSpPr/>
              <p:nvPr/>
            </p:nvSpPr>
            <p:spPr>
              <a:xfrm rot="2513120">
                <a:off x="5434368" y="370321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991EF72E-0F12-AC8C-EA48-D42476BA58C5}"/>
                  </a:ext>
                </a:extLst>
              </p:cNvPr>
              <p:cNvSpPr/>
              <p:nvPr/>
            </p:nvSpPr>
            <p:spPr>
              <a:xfrm rot="19130173">
                <a:off x="5656847" y="378047"/>
                <a:ext cx="88969" cy="369332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2168056E-3A00-BEB0-5B57-4D0E82E34BD8}"/>
              </a:ext>
            </a:extLst>
          </p:cNvPr>
          <p:cNvGrpSpPr/>
          <p:nvPr/>
        </p:nvGrpSpPr>
        <p:grpSpPr>
          <a:xfrm>
            <a:off x="2514886" y="3871591"/>
            <a:ext cx="364202" cy="270581"/>
            <a:chOff x="1893889" y="1816328"/>
            <a:chExt cx="364202" cy="270581"/>
          </a:xfrm>
        </p:grpSpPr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AE2506F7-8BBD-F531-0C38-E5CBE9CB63A2}"/>
                </a:ext>
              </a:extLst>
            </p:cNvPr>
            <p:cNvSpPr/>
            <p:nvPr/>
          </p:nvSpPr>
          <p:spPr>
            <a:xfrm>
              <a:off x="1929695" y="1816328"/>
              <a:ext cx="282441" cy="270581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09F0D77E-D5EE-8F4C-7288-CA00DAF27651}"/>
                </a:ext>
              </a:extLst>
            </p:cNvPr>
            <p:cNvSpPr txBox="1"/>
            <p:nvPr/>
          </p:nvSpPr>
          <p:spPr>
            <a:xfrm>
              <a:off x="1893889" y="1836738"/>
              <a:ext cx="36420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>
                  <a:latin typeface="Helvetica" panose="020B0604020202020204" pitchFamily="34" charset="0"/>
                  <a:cs typeface="Helvetica" panose="020B0604020202020204" pitchFamily="34" charset="0"/>
                </a:rPr>
                <a:t>Nf</a:t>
              </a:r>
              <a:r>
                <a:rPr lang="en-US" sz="900" dirty="0">
                  <a:latin typeface="Helvetica" panose="020B0604020202020204" pitchFamily="34" charset="0"/>
                  <a:cs typeface="Helvetica" panose="020B0604020202020204" pitchFamily="34" charset="0"/>
                </a:rPr>
                <a:t>L</a:t>
              </a:r>
              <a:endParaRPr lang="en-AU" sz="9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cxnSp>
        <p:nvCxnSpPr>
          <p:cNvPr id="154" name="Connector: Curved 153">
            <a:extLst>
              <a:ext uri="{FF2B5EF4-FFF2-40B4-BE49-F238E27FC236}">
                <a16:creationId xmlns:a16="http://schemas.microsoft.com/office/drawing/2014/main" id="{78A959E4-4E2F-8F1D-FACB-3E8E29E680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322393" y="3783970"/>
            <a:ext cx="551800" cy="378334"/>
          </a:xfrm>
          <a:prstGeom prst="curvedConnector3">
            <a:avLst>
              <a:gd name="adj1" fmla="val 10063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82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llustration, 96well, plate, 96 holes, JPG, PNG and AI">
            <a:extLst>
              <a:ext uri="{FF2B5EF4-FFF2-40B4-BE49-F238E27FC236}">
                <a16:creationId xmlns:a16="http://schemas.microsoft.com/office/drawing/2014/main" id="{3EA08A56-7852-2EFC-C8AB-63766DA3A5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0238" y="1996282"/>
            <a:ext cx="45339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omputer with a small screen&#10;&#10;AI-generated content may be incorrect.">
            <a:extLst>
              <a:ext uri="{FF2B5EF4-FFF2-40B4-BE49-F238E27FC236}">
                <a16:creationId xmlns:a16="http://schemas.microsoft.com/office/drawing/2014/main" id="{8B31A04D-52D1-4326-179B-8B8E9E6B56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617" y="1857603"/>
            <a:ext cx="3515857" cy="351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638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145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Jeff Smith</dc:creator>
  <cp:lastModifiedBy>Jeff Smith</cp:lastModifiedBy>
  <cp:revision>1</cp:revision>
  <dcterms:created xsi:type="dcterms:W3CDTF">2025-05-29T05:50:06Z</dcterms:created>
  <dcterms:modified xsi:type="dcterms:W3CDTF">2026-05-18T03:32:56Z</dcterms:modified>
</cp:coreProperties>
</file>